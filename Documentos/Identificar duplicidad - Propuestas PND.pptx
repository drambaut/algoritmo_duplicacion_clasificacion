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sldIdLst>
    <p:sldId id="2147375588" r:id="rId5"/>
    <p:sldId id="2147375589" r:id="rId6"/>
    <p:sldId id="2147375590" r:id="rId7"/>
    <p:sldId id="2147375591" r:id="rId8"/>
    <p:sldId id="2147375592" r:id="rId9"/>
    <p:sldId id="2147375593" r:id="rId10"/>
    <p:sldId id="2147375594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onardo Zamorano Jimenez" initials="LZJ" lastIdx="1" clrIdx="0">
    <p:extLst>
      <p:ext uri="{19B8F6BF-5375-455C-9EA6-DF929625EA0E}">
        <p15:presenceInfo xmlns:p15="http://schemas.microsoft.com/office/powerpoint/2012/main" userId="140fecf24cf657f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0A5"/>
    <a:srgbClr val="AB2292"/>
    <a:srgbClr val="0452A2"/>
    <a:srgbClr val="FF8D00"/>
    <a:srgbClr val="0F9ED5"/>
    <a:srgbClr val="00B62D"/>
    <a:srgbClr val="FF018C"/>
    <a:srgbClr val="50C4F2"/>
    <a:srgbClr val="FDFDFD"/>
    <a:srgbClr val="A9E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0A83CA-B3AE-1D8B-26F0-7237CB19DCC2}" v="9" dt="2025-11-04T05:28:27.338"/>
    <p1510:client id="{2376B32E-B58C-0D42-96BC-02CBE08CDDFA}" v="221" dt="2025-11-04T07:26:26.051"/>
    <p1510:client id="{6A74FCF2-478B-7CC7-BCC8-3676CCBC0856}" v="2" dt="2025-11-03T21:38:36.501"/>
    <p1510:client id="{91D9E669-DF95-DBA5-8C9B-C1F33DCE06D3}" v="67" dt="2025-11-04T12:47:45.314"/>
    <p1510:client id="{AE68D679-3E7E-9147-ED20-3FF159F8676D}" v="2" dt="2025-11-04T02:22:50.4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33"/>
    <p:restoredTop sz="60644" autoAdjust="0"/>
  </p:normalViewPr>
  <p:slideViewPr>
    <p:cSldViewPr snapToGrid="0">
      <p:cViewPr varScale="1">
        <p:scale>
          <a:sx n="46" d="100"/>
          <a:sy n="46" d="100"/>
        </p:scale>
        <p:origin x="1785" y="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essa Monroy Ramos" userId="S::vmonroy@dnp.gov.co::96607883-afc1-429a-89ca-92c82560c145" providerId="AD" clId="Web-{91D9E669-DF95-DBA5-8C9B-C1F33DCE06D3}"/>
    <pc:docChg chg="modSld">
      <pc:chgData name="Vanessa Monroy Ramos" userId="S::vmonroy@dnp.gov.co::96607883-afc1-429a-89ca-92c82560c145" providerId="AD" clId="Web-{91D9E669-DF95-DBA5-8C9B-C1F33DCE06D3}" dt="2025-11-04T12:47:45.314" v="36" actId="1076"/>
      <pc:docMkLst>
        <pc:docMk/>
      </pc:docMkLst>
      <pc:sldChg chg="addSp modSp">
        <pc:chgData name="Vanessa Monroy Ramos" userId="S::vmonroy@dnp.gov.co::96607883-afc1-429a-89ca-92c82560c145" providerId="AD" clId="Web-{91D9E669-DF95-DBA5-8C9B-C1F33DCE06D3}" dt="2025-11-04T12:47:45.314" v="36" actId="1076"/>
        <pc:sldMkLst>
          <pc:docMk/>
          <pc:sldMk cId="2722932780" sldId="2147375589"/>
        </pc:sldMkLst>
        <pc:spChg chg="add mod">
          <ac:chgData name="Vanessa Monroy Ramos" userId="S::vmonroy@dnp.gov.co::96607883-afc1-429a-89ca-92c82560c145" providerId="AD" clId="Web-{91D9E669-DF95-DBA5-8C9B-C1F33DCE06D3}" dt="2025-11-04T12:47:45.314" v="36" actId="1076"/>
          <ac:spMkLst>
            <pc:docMk/>
            <pc:sldMk cId="2722932780" sldId="2147375589"/>
            <ac:spMk id="2" creationId="{EB6C5253-42B2-D930-ED9D-399025B655E5}"/>
          </ac:spMkLst>
        </pc:spChg>
      </pc:sldChg>
    </pc:docChg>
  </pc:docChgLst>
  <pc:docChgLst>
    <pc:chgData name="Vanessa Monroy Ramos" userId="S::vmonroy@dnp.gov.co::96607883-afc1-429a-89ca-92c82560c145" providerId="AD" clId="Web-{6A74FCF2-478B-7CC7-BCC8-3676CCBC0856}"/>
    <pc:docChg chg="sldOrd">
      <pc:chgData name="Vanessa Monroy Ramos" userId="S::vmonroy@dnp.gov.co::96607883-afc1-429a-89ca-92c82560c145" providerId="AD" clId="Web-{6A74FCF2-478B-7CC7-BCC8-3676CCBC0856}" dt="2025-11-03T21:38:36.501" v="1"/>
      <pc:docMkLst>
        <pc:docMk/>
      </pc:docMkLst>
      <pc:sldChg chg="ord">
        <pc:chgData name="Vanessa Monroy Ramos" userId="S::vmonroy@dnp.gov.co::96607883-afc1-429a-89ca-92c82560c145" providerId="AD" clId="Web-{6A74FCF2-478B-7CC7-BCC8-3676CCBC0856}" dt="2025-11-03T21:38:36.501" v="1"/>
        <pc:sldMkLst>
          <pc:docMk/>
          <pc:sldMk cId="2347192718" sldId="2147375553"/>
        </pc:sldMkLst>
      </pc:sldChg>
    </pc:docChg>
  </pc:docChgLst>
  <pc:docChgLst>
    <pc:chgData name="Vanessa Monroy Ramos" userId="S::vmonroy@dnp.gov.co::96607883-afc1-429a-89ca-92c82560c145" providerId="AD" clId="Web-{920EC40F-144F-8E43-D096-DF1EA66C9C32}"/>
    <pc:docChg chg="delSld modSld sldOrd">
      <pc:chgData name="Vanessa Monroy Ramos" userId="S::vmonroy@dnp.gov.co::96607883-afc1-429a-89ca-92c82560c145" providerId="AD" clId="Web-{920EC40F-144F-8E43-D096-DF1EA66C9C32}" dt="2025-10-31T17:40:49.516" v="59"/>
      <pc:docMkLst>
        <pc:docMk/>
      </pc:docMkLst>
      <pc:sldChg chg="modSp ord">
        <pc:chgData name="Vanessa Monroy Ramos" userId="S::vmonroy@dnp.gov.co::96607883-afc1-429a-89ca-92c82560c145" providerId="AD" clId="Web-{920EC40F-144F-8E43-D096-DF1EA66C9C32}" dt="2025-10-31T17:39:34.731" v="52" actId="20577"/>
        <pc:sldMkLst>
          <pc:docMk/>
          <pc:sldMk cId="494346761" sldId="2147375567"/>
        </pc:sldMkLst>
      </pc:sldChg>
    </pc:docChg>
  </pc:docChgLst>
  <pc:docChgLst>
    <pc:chgData name="Vanessa Monroy Ramos" userId="S::vmonroy@dnp.gov.co::96607883-afc1-429a-89ca-92c82560c145" providerId="AD" clId="Web-{70EEE2E7-9D65-C6A1-AE56-7E242DCFF292}"/>
    <pc:docChg chg="addSld">
      <pc:chgData name="Vanessa Monroy Ramos" userId="S::vmonroy@dnp.gov.co::96607883-afc1-429a-89ca-92c82560c145" providerId="AD" clId="Web-{70EEE2E7-9D65-C6A1-AE56-7E242DCFF292}" dt="2025-10-29T19:24:42.777" v="0"/>
      <pc:docMkLst>
        <pc:docMk/>
      </pc:docMkLst>
      <pc:sldChg chg="add">
        <pc:chgData name="Vanessa Monroy Ramos" userId="S::vmonroy@dnp.gov.co::96607883-afc1-429a-89ca-92c82560c145" providerId="AD" clId="Web-{70EEE2E7-9D65-C6A1-AE56-7E242DCFF292}" dt="2025-10-29T19:24:42.777" v="0"/>
        <pc:sldMkLst>
          <pc:docMk/>
          <pc:sldMk cId="909653237" sldId="2147375562"/>
        </pc:sldMkLst>
      </pc:sldChg>
    </pc:docChg>
  </pc:docChgLst>
  <pc:docChgLst>
    <pc:chgData name="Daniel Arturo Moncada Piraneque" userId="S::dmoncada@dnp.gov.co::7b4d3d13-7cc5-46fc-9cf7-b7aafabc065d" providerId="AD" clId="Web-{200A83CA-B3AE-1D8B-26F0-7237CB19DCC2}"/>
    <pc:docChg chg="modSld">
      <pc:chgData name="Daniel Arturo Moncada Piraneque" userId="S::dmoncada@dnp.gov.co::7b4d3d13-7cc5-46fc-9cf7-b7aafabc065d" providerId="AD" clId="Web-{200A83CA-B3AE-1D8B-26F0-7237CB19DCC2}" dt="2025-11-04T05:28:27.338" v="40"/>
      <pc:docMkLst>
        <pc:docMk/>
      </pc:docMkLst>
      <pc:sldChg chg="delSp modSp">
        <pc:chgData name="Daniel Arturo Moncada Piraneque" userId="S::dmoncada@dnp.gov.co::7b4d3d13-7cc5-46fc-9cf7-b7aafabc065d" providerId="AD" clId="Web-{200A83CA-B3AE-1D8B-26F0-7237CB19DCC2}" dt="2025-11-04T05:27:58.680" v="37"/>
        <pc:sldMkLst>
          <pc:docMk/>
          <pc:sldMk cId="1431545155" sldId="2147375566"/>
        </pc:sldMkLst>
        <pc:spChg chg="del mod">
          <ac:chgData name="Daniel Arturo Moncada Piraneque" userId="S::dmoncada@dnp.gov.co::7b4d3d13-7cc5-46fc-9cf7-b7aafabc065d" providerId="AD" clId="Web-{200A83CA-B3AE-1D8B-26F0-7237CB19DCC2}" dt="2025-11-04T05:27:58.680" v="37"/>
          <ac:spMkLst>
            <pc:docMk/>
            <pc:sldMk cId="1431545155" sldId="2147375566"/>
            <ac:spMk id="2" creationId="{856C6A25-876D-E956-F956-D71F6D9257DD}"/>
          </ac:spMkLst>
        </pc:spChg>
        <pc:picChg chg="del">
          <ac:chgData name="Daniel Arturo Moncada Piraneque" userId="S::dmoncada@dnp.gov.co::7b4d3d13-7cc5-46fc-9cf7-b7aafabc065d" providerId="AD" clId="Web-{200A83CA-B3AE-1D8B-26F0-7237CB19DCC2}" dt="2025-11-04T05:27:33.787" v="35"/>
          <ac:picMkLst>
            <pc:docMk/>
            <pc:sldMk cId="1431545155" sldId="2147375566"/>
            <ac:picMk id="4" creationId="{30C33080-498C-E709-9982-D2C0267F0D50}"/>
          </ac:picMkLst>
        </pc:picChg>
      </pc:sldChg>
      <pc:sldChg chg="addSp delSp modSp">
        <pc:chgData name="Daniel Arturo Moncada Piraneque" userId="S::dmoncada@dnp.gov.co::7b4d3d13-7cc5-46fc-9cf7-b7aafabc065d" providerId="AD" clId="Web-{200A83CA-B3AE-1D8B-26F0-7237CB19DCC2}" dt="2025-11-02T01:56:35.802" v="22" actId="1076"/>
        <pc:sldMkLst>
          <pc:docMk/>
          <pc:sldMk cId="494346761" sldId="2147375567"/>
        </pc:sldMkLst>
        <pc:picChg chg="add del mod modCrop">
          <ac:chgData name="Daniel Arturo Moncada Piraneque" userId="S::dmoncada@dnp.gov.co::7b4d3d13-7cc5-46fc-9cf7-b7aafabc065d" providerId="AD" clId="Web-{200A83CA-B3AE-1D8B-26F0-7237CB19DCC2}" dt="2025-11-02T01:56:35.802" v="22" actId="1076"/>
          <ac:picMkLst>
            <pc:docMk/>
            <pc:sldMk cId="494346761" sldId="2147375567"/>
            <ac:picMk id="6" creationId="{6625C257-CD6D-0DF8-859F-DE443183B01E}"/>
          </ac:picMkLst>
        </pc:picChg>
      </pc:sldChg>
      <pc:sldChg chg="addSp delSp modSp">
        <pc:chgData name="Daniel Arturo Moncada Piraneque" userId="S::dmoncada@dnp.gov.co::7b4d3d13-7cc5-46fc-9cf7-b7aafabc065d" providerId="AD" clId="Web-{200A83CA-B3AE-1D8B-26F0-7237CB19DCC2}" dt="2025-11-04T05:28:27.338" v="40"/>
        <pc:sldMkLst>
          <pc:docMk/>
          <pc:sldMk cId="3913081885" sldId="2147375590"/>
        </pc:sldMkLst>
        <pc:spChg chg="add del mod">
          <ac:chgData name="Daniel Arturo Moncada Piraneque" userId="S::dmoncada@dnp.gov.co::7b4d3d13-7cc5-46fc-9cf7-b7aafabc065d" providerId="AD" clId="Web-{200A83CA-B3AE-1D8B-26F0-7237CB19DCC2}" dt="2025-11-04T05:28:27.338" v="40"/>
          <ac:spMkLst>
            <pc:docMk/>
            <pc:sldMk cId="3913081885" sldId="2147375590"/>
            <ac:spMk id="2" creationId="{6F93A110-108B-4D23-330F-6EAB56D0C484}"/>
          </ac:spMkLst>
        </pc:spChg>
      </pc:sldChg>
    </pc:docChg>
  </pc:docChgLst>
  <pc:docChgLst>
    <pc:chgData name="Daniel Arturo Moncada Piraneque" userId="7b4d3d13-7cc5-46fc-9cf7-b7aafabc065d" providerId="ADAL" clId="{956F955A-B641-5313-BBE7-E0A9DA8F17CC}"/>
    <pc:docChg chg="undo custSel addSld delSld modSld sldOrd">
      <pc:chgData name="Daniel Arturo Moncada Piraneque" userId="7b4d3d13-7cc5-46fc-9cf7-b7aafabc065d" providerId="ADAL" clId="{956F955A-B641-5313-BBE7-E0A9DA8F17CC}" dt="2025-11-04T07:27:59.826" v="1119" actId="1076"/>
      <pc:docMkLst>
        <pc:docMk/>
      </pc:docMkLst>
      <pc:sldChg chg="addSp modSp mod ord">
        <pc:chgData name="Daniel Arturo Moncada Piraneque" userId="7b4d3d13-7cc5-46fc-9cf7-b7aafabc065d" providerId="ADAL" clId="{956F955A-B641-5313-BBE7-E0A9DA8F17CC}" dt="2025-11-04T06:57:55.963" v="1011" actId="14100"/>
        <pc:sldMkLst>
          <pc:docMk/>
          <pc:sldMk cId="1271008414" sldId="2145706397"/>
        </pc:sldMkLst>
        <pc:spChg chg="add mod">
          <ac:chgData name="Daniel Arturo Moncada Piraneque" userId="7b4d3d13-7cc5-46fc-9cf7-b7aafabc065d" providerId="ADAL" clId="{956F955A-B641-5313-BBE7-E0A9DA8F17CC}" dt="2025-11-04T06:55:30.702" v="953"/>
          <ac:spMkLst>
            <pc:docMk/>
            <pc:sldMk cId="1271008414" sldId="2145706397"/>
            <ac:spMk id="2" creationId="{2F540378-9B13-1092-69B5-1A1E408461EC}"/>
          </ac:spMkLst>
        </pc:spChg>
        <pc:spChg chg="add mod">
          <ac:chgData name="Daniel Arturo Moncada Piraneque" userId="7b4d3d13-7cc5-46fc-9cf7-b7aafabc065d" providerId="ADAL" clId="{956F955A-B641-5313-BBE7-E0A9DA8F17CC}" dt="2025-11-04T06:56:07.641" v="1009" actId="14100"/>
          <ac:spMkLst>
            <pc:docMk/>
            <pc:sldMk cId="1271008414" sldId="2145706397"/>
            <ac:spMk id="3" creationId="{AFE6ACDC-BEEE-7E73-4A82-63A7C00C5532}"/>
          </ac:spMkLst>
        </pc:spChg>
        <pc:spChg chg="mod">
          <ac:chgData name="Daniel Arturo Moncada Piraneque" userId="7b4d3d13-7cc5-46fc-9cf7-b7aafabc065d" providerId="ADAL" clId="{956F955A-B641-5313-BBE7-E0A9DA8F17CC}" dt="2025-11-04T06:55:39.616" v="954" actId="20577"/>
          <ac:spMkLst>
            <pc:docMk/>
            <pc:sldMk cId="1271008414" sldId="2145706397"/>
            <ac:spMk id="4" creationId="{3CB37009-5812-FFA7-0C59-C277D2AF91D0}"/>
          </ac:spMkLst>
        </pc:spChg>
        <pc:picChg chg="mod">
          <ac:chgData name="Daniel Arturo Moncada Piraneque" userId="7b4d3d13-7cc5-46fc-9cf7-b7aafabc065d" providerId="ADAL" clId="{956F955A-B641-5313-BBE7-E0A9DA8F17CC}" dt="2025-11-04T06:57:55.963" v="1011" actId="14100"/>
          <ac:picMkLst>
            <pc:docMk/>
            <pc:sldMk cId="1271008414" sldId="2145706397"/>
            <ac:picMk id="12" creationId="{1B4B5F60-0ED1-3D73-4033-3A9C7DDDED75}"/>
          </ac:picMkLst>
        </pc:picChg>
      </pc:sldChg>
      <pc:sldChg chg="addSp delSp modSp mod">
        <pc:chgData name="Daniel Arturo Moncada Piraneque" userId="7b4d3d13-7cc5-46fc-9cf7-b7aafabc065d" providerId="ADAL" clId="{956F955A-B641-5313-BBE7-E0A9DA8F17CC}" dt="2025-11-04T07:27:59.826" v="1119" actId="1076"/>
        <pc:sldMkLst>
          <pc:docMk/>
          <pc:sldMk cId="646879462" sldId="2147375552"/>
        </pc:sldMkLst>
        <pc:spChg chg="add del mod">
          <ac:chgData name="Daniel Arturo Moncada Piraneque" userId="7b4d3d13-7cc5-46fc-9cf7-b7aafabc065d" providerId="ADAL" clId="{956F955A-B641-5313-BBE7-E0A9DA8F17CC}" dt="2025-11-04T07:24:08.794" v="1089" actId="478"/>
          <ac:spMkLst>
            <pc:docMk/>
            <pc:sldMk cId="646879462" sldId="2147375552"/>
            <ac:spMk id="3" creationId="{91D4F18E-D7E8-D629-4751-70C6E6A36D73}"/>
          </ac:spMkLst>
        </pc:spChg>
        <pc:spChg chg="add del mod">
          <ac:chgData name="Daniel Arturo Moncada Piraneque" userId="7b4d3d13-7cc5-46fc-9cf7-b7aafabc065d" providerId="ADAL" clId="{956F955A-B641-5313-BBE7-E0A9DA8F17CC}" dt="2025-11-04T07:24:44.374" v="1101" actId="1076"/>
          <ac:spMkLst>
            <pc:docMk/>
            <pc:sldMk cId="646879462" sldId="2147375552"/>
            <ac:spMk id="7" creationId="{4E2336CB-C756-A1C7-44F1-755699DF0F38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8" creationId="{517F11D5-8169-E177-4F85-E1406B803CAD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10" creationId="{19FDAD08-BDDF-CEC5-6023-5F060EBD2D1D}"/>
          </ac:spMkLst>
        </pc:spChg>
        <pc:spChg chg="mod">
          <ac:chgData name="Daniel Arturo Moncada Piraneque" userId="7b4d3d13-7cc5-46fc-9cf7-b7aafabc065d" providerId="ADAL" clId="{956F955A-B641-5313-BBE7-E0A9DA8F17CC}" dt="2025-11-04T07:26:47.817" v="1108" actId="14100"/>
          <ac:spMkLst>
            <pc:docMk/>
            <pc:sldMk cId="646879462" sldId="2147375552"/>
            <ac:spMk id="14" creationId="{7382BDC0-895F-3CAA-90FB-6B49B0C50410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15" creationId="{E147E9AD-4AE2-DFA9-37E6-78A8DE2C23ED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16" creationId="{E2CCC6AC-44E4-6229-1192-47FEB6A92C32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17" creationId="{13572FC1-BCB4-824D-CCE7-B38B81A6ABBC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18" creationId="{F1A0CAA5-E63B-C161-9472-A46CFFDC3B16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22" creationId="{62D25462-95E6-A71A-4EF6-C4E03C426AA0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24" creationId="{31A79896-4853-96F9-D504-B86C2744F36C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25" creationId="{9177E970-4C55-4889-3B66-AD348B38C133}"/>
          </ac:spMkLst>
        </pc:spChg>
        <pc:spChg chg="add mod">
          <ac:chgData name="Daniel Arturo Moncada Piraneque" userId="7b4d3d13-7cc5-46fc-9cf7-b7aafabc065d" providerId="ADAL" clId="{956F955A-B641-5313-BBE7-E0A9DA8F17CC}" dt="2025-11-04T07:26:26.051" v="1103"/>
          <ac:spMkLst>
            <pc:docMk/>
            <pc:sldMk cId="646879462" sldId="2147375552"/>
            <ac:spMk id="26" creationId="{18E6BF91-1410-4493-0B55-8462361C5FFB}"/>
          </ac:spMkLst>
        </pc:spChg>
        <pc:grpChg chg="add mod">
          <ac:chgData name="Daniel Arturo Moncada Piraneque" userId="7b4d3d13-7cc5-46fc-9cf7-b7aafabc065d" providerId="ADAL" clId="{956F955A-B641-5313-BBE7-E0A9DA8F17CC}" dt="2025-11-04T07:27:59.826" v="1119" actId="1076"/>
          <ac:grpSpMkLst>
            <pc:docMk/>
            <pc:sldMk cId="646879462" sldId="2147375552"/>
            <ac:grpSpMk id="27" creationId="{715F0349-BE77-33D1-5588-4EE00FEC08A9}"/>
          </ac:grpSpMkLst>
        </pc:grpChg>
        <pc:picChg chg="add del mod">
          <ac:chgData name="Daniel Arturo Moncada Piraneque" userId="7b4d3d13-7cc5-46fc-9cf7-b7aafabc065d" providerId="ADAL" clId="{956F955A-B641-5313-BBE7-E0A9DA8F17CC}" dt="2025-11-04T07:24:38.548" v="1100" actId="14100"/>
          <ac:picMkLst>
            <pc:docMk/>
            <pc:sldMk cId="646879462" sldId="2147375552"/>
            <ac:picMk id="6146" creationId="{2D798816-2D8D-1465-E113-5809929CC3D6}"/>
          </ac:picMkLst>
        </pc:picChg>
        <pc:picChg chg="add">
          <ac:chgData name="Daniel Arturo Moncada Piraneque" userId="7b4d3d13-7cc5-46fc-9cf7-b7aafabc065d" providerId="ADAL" clId="{956F955A-B641-5313-BBE7-E0A9DA8F17CC}" dt="2025-11-04T07:25:26.500" v="1102"/>
          <ac:picMkLst>
            <pc:docMk/>
            <pc:sldMk cId="646879462" sldId="2147375552"/>
            <ac:picMk id="6148" creationId="{B94DDB97-9A18-5A7A-BF8F-B696ED969644}"/>
          </ac:picMkLst>
        </pc:picChg>
      </pc:sldChg>
      <pc:sldChg chg="modSp mod">
        <pc:chgData name="Daniel Arturo Moncada Piraneque" userId="7b4d3d13-7cc5-46fc-9cf7-b7aafabc065d" providerId="ADAL" clId="{956F955A-B641-5313-BBE7-E0A9DA8F17CC}" dt="2025-11-04T07:07:28.687" v="1088" actId="14100"/>
        <pc:sldMkLst>
          <pc:docMk/>
          <pc:sldMk cId="2347192718" sldId="2147375553"/>
        </pc:sldMkLst>
        <pc:spChg chg="mod">
          <ac:chgData name="Daniel Arturo Moncada Piraneque" userId="7b4d3d13-7cc5-46fc-9cf7-b7aafabc065d" providerId="ADAL" clId="{956F955A-B641-5313-BBE7-E0A9DA8F17CC}" dt="2025-11-04T07:07:20.452" v="1086" actId="1076"/>
          <ac:spMkLst>
            <pc:docMk/>
            <pc:sldMk cId="2347192718" sldId="2147375553"/>
            <ac:spMk id="7" creationId="{5AE225A2-2241-0B7B-9628-54873BB0B7B2}"/>
          </ac:spMkLst>
        </pc:spChg>
        <pc:graphicFrameChg chg="mod modGraphic">
          <ac:chgData name="Daniel Arturo Moncada Piraneque" userId="7b4d3d13-7cc5-46fc-9cf7-b7aafabc065d" providerId="ADAL" clId="{956F955A-B641-5313-BBE7-E0A9DA8F17CC}" dt="2025-11-04T07:07:28.687" v="1088" actId="14100"/>
          <ac:graphicFrameMkLst>
            <pc:docMk/>
            <pc:sldMk cId="2347192718" sldId="2147375553"/>
            <ac:graphicFrameMk id="2" creationId="{A454B2AE-4F6A-4610-E4BB-E62FBA61B693}"/>
          </ac:graphicFrameMkLst>
        </pc:graphicFrameChg>
        <pc:picChg chg="mod">
          <ac:chgData name="Daniel Arturo Moncada Piraneque" userId="7b4d3d13-7cc5-46fc-9cf7-b7aafabc065d" providerId="ADAL" clId="{956F955A-B641-5313-BBE7-E0A9DA8F17CC}" dt="2025-11-04T07:04:52.855" v="1030" actId="1076"/>
          <ac:picMkLst>
            <pc:docMk/>
            <pc:sldMk cId="2347192718" sldId="2147375553"/>
            <ac:picMk id="6" creationId="{6111800E-3D60-6AC3-E3EF-2EA200D4FF9C}"/>
          </ac:picMkLst>
        </pc:picChg>
      </pc:sldChg>
      <pc:sldChg chg="addSp delSp modSp mod">
        <pc:chgData name="Daniel Arturo Moncada Piraneque" userId="7b4d3d13-7cc5-46fc-9cf7-b7aafabc065d" providerId="ADAL" clId="{956F955A-B641-5313-BBE7-E0A9DA8F17CC}" dt="2025-11-04T06:53:16.014" v="951" actId="20577"/>
        <pc:sldMkLst>
          <pc:docMk/>
          <pc:sldMk cId="598650301" sldId="2147375561"/>
        </pc:sldMkLst>
        <pc:spChg chg="del">
          <ac:chgData name="Daniel Arturo Moncada Piraneque" userId="7b4d3d13-7cc5-46fc-9cf7-b7aafabc065d" providerId="ADAL" clId="{956F955A-B641-5313-BBE7-E0A9DA8F17CC}" dt="2025-11-04T05:36:44.994" v="551" actId="478"/>
          <ac:spMkLst>
            <pc:docMk/>
            <pc:sldMk cId="598650301" sldId="2147375561"/>
            <ac:spMk id="2" creationId="{B258BA4C-DEA7-B3BC-1891-857D96DB4C63}"/>
          </ac:spMkLst>
        </pc:spChg>
        <pc:spChg chg="add mod">
          <ac:chgData name="Daniel Arturo Moncada Piraneque" userId="7b4d3d13-7cc5-46fc-9cf7-b7aafabc065d" providerId="ADAL" clId="{956F955A-B641-5313-BBE7-E0A9DA8F17CC}" dt="2025-11-04T06:53:16.014" v="951" actId="20577"/>
          <ac:spMkLst>
            <pc:docMk/>
            <pc:sldMk cId="598650301" sldId="2147375561"/>
            <ac:spMk id="3" creationId="{6DD52C66-D509-A79F-E74E-74704C832634}"/>
          </ac:spMkLst>
        </pc:spChg>
      </pc:sldChg>
      <pc:sldChg chg="modSp mod">
        <pc:chgData name="Daniel Arturo Moncada Piraneque" userId="7b4d3d13-7cc5-46fc-9cf7-b7aafabc065d" providerId="ADAL" clId="{956F955A-B641-5313-BBE7-E0A9DA8F17CC}" dt="2025-11-04T07:03:26.976" v="1027" actId="1076"/>
        <pc:sldMkLst>
          <pc:docMk/>
          <pc:sldMk cId="909653237" sldId="2147375562"/>
        </pc:sldMkLst>
        <pc:spChg chg="mod">
          <ac:chgData name="Daniel Arturo Moncada Piraneque" userId="7b4d3d13-7cc5-46fc-9cf7-b7aafabc065d" providerId="ADAL" clId="{956F955A-B641-5313-BBE7-E0A9DA8F17CC}" dt="2025-11-04T07:02:32.756" v="1021" actId="1076"/>
          <ac:spMkLst>
            <pc:docMk/>
            <pc:sldMk cId="909653237" sldId="2147375562"/>
            <ac:spMk id="2" creationId="{8A64C6E4-C7E5-6575-6155-7CBC287D3BE3}"/>
          </ac:spMkLst>
        </pc:spChg>
        <pc:spChg chg="mod">
          <ac:chgData name="Daniel Arturo Moncada Piraneque" userId="7b4d3d13-7cc5-46fc-9cf7-b7aafabc065d" providerId="ADAL" clId="{956F955A-B641-5313-BBE7-E0A9DA8F17CC}" dt="2025-11-04T07:02:48.717" v="1024" actId="1076"/>
          <ac:spMkLst>
            <pc:docMk/>
            <pc:sldMk cId="909653237" sldId="2147375562"/>
            <ac:spMk id="104" creationId="{6A30B1B5-CC57-559A-74B8-F3207F7FABDC}"/>
          </ac:spMkLst>
        </pc:spChg>
        <pc:spChg chg="mod">
          <ac:chgData name="Daniel Arturo Moncada Piraneque" userId="7b4d3d13-7cc5-46fc-9cf7-b7aafabc065d" providerId="ADAL" clId="{956F955A-B641-5313-BBE7-E0A9DA8F17CC}" dt="2025-11-04T07:03:26.976" v="1027" actId="1076"/>
          <ac:spMkLst>
            <pc:docMk/>
            <pc:sldMk cId="909653237" sldId="2147375562"/>
            <ac:spMk id="105" creationId="{03BDD7A0-E488-6F16-3D97-24AB70CAB732}"/>
          </ac:spMkLst>
        </pc:spChg>
        <pc:grpChg chg="mod">
          <ac:chgData name="Daniel Arturo Moncada Piraneque" userId="7b4d3d13-7cc5-46fc-9cf7-b7aafabc065d" providerId="ADAL" clId="{956F955A-B641-5313-BBE7-E0A9DA8F17CC}" dt="2025-11-04T07:02:44.168" v="1023" actId="1076"/>
          <ac:grpSpMkLst>
            <pc:docMk/>
            <pc:sldMk cId="909653237" sldId="2147375562"/>
            <ac:grpSpMk id="4" creationId="{476467BF-024A-4FA0-7252-928BAF1BA0D1}"/>
          </ac:grpSpMkLst>
        </pc:grpChg>
      </pc:sldChg>
      <pc:sldChg chg="addSp delSp modSp add del mod">
        <pc:chgData name="Daniel Arturo Moncada Piraneque" userId="7b4d3d13-7cc5-46fc-9cf7-b7aafabc065d" providerId="ADAL" clId="{956F955A-B641-5313-BBE7-E0A9DA8F17CC}" dt="2025-11-04T06:50:47.744" v="907" actId="20577"/>
        <pc:sldMkLst>
          <pc:docMk/>
          <pc:sldMk cId="1431545155" sldId="2147375566"/>
        </pc:sldMkLst>
        <pc:spChg chg="add del mod">
          <ac:chgData name="Daniel Arturo Moncada Piraneque" userId="7b4d3d13-7cc5-46fc-9cf7-b7aafabc065d" providerId="ADAL" clId="{956F955A-B641-5313-BBE7-E0A9DA8F17CC}" dt="2025-11-04T05:42:21.436" v="556" actId="478"/>
          <ac:spMkLst>
            <pc:docMk/>
            <pc:sldMk cId="1431545155" sldId="2147375566"/>
            <ac:spMk id="4" creationId="{4430549E-D5BA-7272-3E57-4EC5BB87C2E6}"/>
          </ac:spMkLst>
        </pc:spChg>
        <pc:spChg chg="add del">
          <ac:chgData name="Daniel Arturo Moncada Piraneque" userId="7b4d3d13-7cc5-46fc-9cf7-b7aafabc065d" providerId="ADAL" clId="{956F955A-B641-5313-BBE7-E0A9DA8F17CC}" dt="2025-11-04T05:55:18.241" v="564" actId="22"/>
          <ac:spMkLst>
            <pc:docMk/>
            <pc:sldMk cId="1431545155" sldId="2147375566"/>
            <ac:spMk id="6" creationId="{80C44E6D-6632-35AE-1247-6D4318D6FE30}"/>
          </ac:spMkLst>
        </pc:spChg>
        <pc:spChg chg="add del mod">
          <ac:chgData name="Daniel Arturo Moncada Piraneque" userId="7b4d3d13-7cc5-46fc-9cf7-b7aafabc065d" providerId="ADAL" clId="{956F955A-B641-5313-BBE7-E0A9DA8F17CC}" dt="2025-11-04T05:56:38.230" v="588" actId="20577"/>
          <ac:spMkLst>
            <pc:docMk/>
            <pc:sldMk cId="1431545155" sldId="2147375566"/>
            <ac:spMk id="8" creationId="{478B4832-6872-267D-87D3-825A77B4515E}"/>
          </ac:spMkLst>
        </pc:spChg>
        <pc:graphicFrameChg chg="add del mod modGraphic">
          <ac:chgData name="Daniel Arturo Moncada Piraneque" userId="7b4d3d13-7cc5-46fc-9cf7-b7aafabc065d" providerId="ADAL" clId="{956F955A-B641-5313-BBE7-E0A9DA8F17CC}" dt="2025-11-04T06:50:47.744" v="907" actId="20577"/>
          <ac:graphicFrameMkLst>
            <pc:docMk/>
            <pc:sldMk cId="1431545155" sldId="2147375566"/>
            <ac:graphicFrameMk id="7" creationId="{5E22E3CE-1AD4-7F06-B196-F0FC2ECB6DE9}"/>
          </ac:graphicFrameMkLst>
        </pc:graphicFrameChg>
        <pc:picChg chg="add mod">
          <ac:chgData name="Daniel Arturo Moncada Piraneque" userId="7b4d3d13-7cc5-46fc-9cf7-b7aafabc065d" providerId="ADAL" clId="{956F955A-B641-5313-BBE7-E0A9DA8F17CC}" dt="2025-11-04T06:47:05.633" v="819" actId="1076"/>
          <ac:picMkLst>
            <pc:docMk/>
            <pc:sldMk cId="1431545155" sldId="2147375566"/>
            <ac:picMk id="2050" creationId="{1B575E06-BBE9-75E4-428B-980BDDCBEECC}"/>
          </ac:picMkLst>
        </pc:picChg>
      </pc:sldChg>
      <pc:sldChg chg="del">
        <pc:chgData name="Daniel Arturo Moncada Piraneque" userId="7b4d3d13-7cc5-46fc-9cf7-b7aafabc065d" providerId="ADAL" clId="{956F955A-B641-5313-BBE7-E0A9DA8F17CC}" dt="2025-11-03T21:42:35.576" v="16" actId="2696"/>
        <pc:sldMkLst>
          <pc:docMk/>
          <pc:sldMk cId="1055375165" sldId="2147375570"/>
        </pc:sldMkLst>
      </pc:sldChg>
      <pc:sldChg chg="addSp delSp modSp del mod">
        <pc:chgData name="Daniel Arturo Moncada Piraneque" userId="7b4d3d13-7cc5-46fc-9cf7-b7aafabc065d" providerId="ADAL" clId="{956F955A-B641-5313-BBE7-E0A9DA8F17CC}" dt="2025-11-04T05:17:51.242" v="543" actId="2696"/>
        <pc:sldMkLst>
          <pc:docMk/>
          <pc:sldMk cId="2202360243" sldId="2147375571"/>
        </pc:sldMkLst>
        <pc:spChg chg="add del mod">
          <ac:chgData name="Daniel Arturo Moncada Piraneque" userId="7b4d3d13-7cc5-46fc-9cf7-b7aafabc065d" providerId="ADAL" clId="{956F955A-B641-5313-BBE7-E0A9DA8F17CC}" dt="2025-11-03T20:53:48.990" v="5" actId="478"/>
          <ac:spMkLst>
            <pc:docMk/>
            <pc:sldMk cId="2202360243" sldId="2147375571"/>
            <ac:spMk id="2" creationId="{595BC1C0-D68C-FAB4-51C3-477BB9886B99}"/>
          </ac:spMkLst>
        </pc:spChg>
        <pc:picChg chg="add del mod">
          <ac:chgData name="Daniel Arturo Moncada Piraneque" userId="7b4d3d13-7cc5-46fc-9cf7-b7aafabc065d" providerId="ADAL" clId="{956F955A-B641-5313-BBE7-E0A9DA8F17CC}" dt="2025-11-03T20:53:59.351" v="8" actId="478"/>
          <ac:picMkLst>
            <pc:docMk/>
            <pc:sldMk cId="2202360243" sldId="2147375571"/>
            <ac:picMk id="1026" creationId="{26EB1839-067B-8A94-BBC8-91998CF565B5}"/>
          </ac:picMkLst>
        </pc:picChg>
      </pc:sldChg>
      <pc:sldChg chg="del ord">
        <pc:chgData name="Daniel Arturo Moncada Piraneque" userId="7b4d3d13-7cc5-46fc-9cf7-b7aafabc065d" providerId="ADAL" clId="{956F955A-B641-5313-BBE7-E0A9DA8F17CC}" dt="2025-11-03T21:40:29.521" v="14" actId="2696"/>
        <pc:sldMkLst>
          <pc:docMk/>
          <pc:sldMk cId="784816685" sldId="2147375573"/>
        </pc:sldMkLst>
      </pc:sldChg>
      <pc:sldChg chg="modSp mod">
        <pc:chgData name="Daniel Arturo Moncada Piraneque" userId="7b4d3d13-7cc5-46fc-9cf7-b7aafabc065d" providerId="ADAL" clId="{956F955A-B641-5313-BBE7-E0A9DA8F17CC}" dt="2025-11-04T07:01:29.954" v="1017" actId="1076"/>
        <pc:sldMkLst>
          <pc:docMk/>
          <pc:sldMk cId="3389610180" sldId="2147375576"/>
        </pc:sldMkLst>
        <pc:spChg chg="mod">
          <ac:chgData name="Daniel Arturo Moncada Piraneque" userId="7b4d3d13-7cc5-46fc-9cf7-b7aafabc065d" providerId="ADAL" clId="{956F955A-B641-5313-BBE7-E0A9DA8F17CC}" dt="2025-11-04T07:01:29.954" v="1017" actId="1076"/>
          <ac:spMkLst>
            <pc:docMk/>
            <pc:sldMk cId="3389610180" sldId="2147375576"/>
            <ac:spMk id="2" creationId="{DFF84256-C273-A3D0-6256-D2961A82B76A}"/>
          </ac:spMkLst>
        </pc:spChg>
        <pc:spChg chg="mod">
          <ac:chgData name="Daniel Arturo Moncada Piraneque" userId="7b4d3d13-7cc5-46fc-9cf7-b7aafabc065d" providerId="ADAL" clId="{956F955A-B641-5313-BBE7-E0A9DA8F17CC}" dt="2025-11-04T07:00:51.783" v="1012" actId="1076"/>
          <ac:spMkLst>
            <pc:docMk/>
            <pc:sldMk cId="3389610180" sldId="2147375576"/>
            <ac:spMk id="19" creationId="{6D043D68-8B68-4D1A-D55E-32C35ACA0FBC}"/>
          </ac:spMkLst>
        </pc:spChg>
      </pc:sldChg>
      <pc:sldChg chg="addSp delSp modSp mod">
        <pc:chgData name="Daniel Arturo Moncada Piraneque" userId="7b4d3d13-7cc5-46fc-9cf7-b7aafabc065d" providerId="ADAL" clId="{956F955A-B641-5313-BBE7-E0A9DA8F17CC}" dt="2025-11-04T05:13:48.903" v="542" actId="20577"/>
        <pc:sldMkLst>
          <pc:docMk/>
          <pc:sldMk cId="973374142" sldId="2147375579"/>
        </pc:sldMkLst>
        <pc:spChg chg="add del mod">
          <ac:chgData name="Daniel Arturo Moncada Piraneque" userId="7b4d3d13-7cc5-46fc-9cf7-b7aafabc065d" providerId="ADAL" clId="{956F955A-B641-5313-BBE7-E0A9DA8F17CC}" dt="2025-11-04T05:11:36.592" v="513"/>
          <ac:spMkLst>
            <pc:docMk/>
            <pc:sldMk cId="973374142" sldId="2147375579"/>
            <ac:spMk id="2" creationId="{6D5232FD-B6A1-B698-5462-B7CA9ADF405A}"/>
          </ac:spMkLst>
        </pc:spChg>
        <pc:spChg chg="mod">
          <ac:chgData name="Daniel Arturo Moncada Piraneque" userId="7b4d3d13-7cc5-46fc-9cf7-b7aafabc065d" providerId="ADAL" clId="{956F955A-B641-5313-BBE7-E0A9DA8F17CC}" dt="2025-11-03T18:46:44.236" v="0" actId="1076"/>
          <ac:spMkLst>
            <pc:docMk/>
            <pc:sldMk cId="973374142" sldId="2147375579"/>
            <ac:spMk id="3" creationId="{AEF10683-70AF-5CD0-B43C-99C2BF0C9ED7}"/>
          </ac:spMkLst>
        </pc:spChg>
        <pc:spChg chg="add del mod">
          <ac:chgData name="Daniel Arturo Moncada Piraneque" userId="7b4d3d13-7cc5-46fc-9cf7-b7aafabc065d" providerId="ADAL" clId="{956F955A-B641-5313-BBE7-E0A9DA8F17CC}" dt="2025-11-04T05:11:35.058" v="511"/>
          <ac:spMkLst>
            <pc:docMk/>
            <pc:sldMk cId="973374142" sldId="2147375579"/>
            <ac:spMk id="4" creationId="{F6D42F49-9BD0-51D9-7C5F-9E4B579C9181}"/>
          </ac:spMkLst>
        </pc:spChg>
        <pc:spChg chg="mod">
          <ac:chgData name="Daniel Arturo Moncada Piraneque" userId="7b4d3d13-7cc5-46fc-9cf7-b7aafabc065d" providerId="ADAL" clId="{956F955A-B641-5313-BBE7-E0A9DA8F17CC}" dt="2025-11-04T05:04:39.502" v="153" actId="1076"/>
          <ac:spMkLst>
            <pc:docMk/>
            <pc:sldMk cId="973374142" sldId="2147375579"/>
            <ac:spMk id="8" creationId="{FF2906AA-97D3-0D31-D9A6-A08A2900C657}"/>
          </ac:spMkLst>
        </pc:spChg>
        <pc:spChg chg="mod">
          <ac:chgData name="Daniel Arturo Moncada Piraneque" userId="7b4d3d13-7cc5-46fc-9cf7-b7aafabc065d" providerId="ADAL" clId="{956F955A-B641-5313-BBE7-E0A9DA8F17CC}" dt="2025-11-04T05:13:48.903" v="542" actId="20577"/>
          <ac:spMkLst>
            <pc:docMk/>
            <pc:sldMk cId="973374142" sldId="2147375579"/>
            <ac:spMk id="13" creationId="{4DC6EAC7-5EF3-B3EF-B04C-37EB24AA756F}"/>
          </ac:spMkLst>
        </pc:spChg>
        <pc:spChg chg="mod">
          <ac:chgData name="Daniel Arturo Moncada Piraneque" userId="7b4d3d13-7cc5-46fc-9cf7-b7aafabc065d" providerId="ADAL" clId="{956F955A-B641-5313-BBE7-E0A9DA8F17CC}" dt="2025-11-04T05:12:30.576" v="517" actId="1076"/>
          <ac:spMkLst>
            <pc:docMk/>
            <pc:sldMk cId="973374142" sldId="2147375579"/>
            <ac:spMk id="35" creationId="{A9A66C34-B273-DE23-33E5-A18F9B9FFFEB}"/>
          </ac:spMkLst>
        </pc:spChg>
        <pc:spChg chg="mod">
          <ac:chgData name="Daniel Arturo Moncada Piraneque" userId="7b4d3d13-7cc5-46fc-9cf7-b7aafabc065d" providerId="ADAL" clId="{956F955A-B641-5313-BBE7-E0A9DA8F17CC}" dt="2025-11-04T05:05:16.362" v="157" actId="1076"/>
          <ac:spMkLst>
            <pc:docMk/>
            <pc:sldMk cId="973374142" sldId="2147375579"/>
            <ac:spMk id="44" creationId="{47602D21-C26D-E00C-D1DB-2DC370277CA6}"/>
          </ac:spMkLst>
        </pc:spChg>
        <pc:cxnChg chg="mod">
          <ac:chgData name="Daniel Arturo Moncada Piraneque" userId="7b4d3d13-7cc5-46fc-9cf7-b7aafabc065d" providerId="ADAL" clId="{956F955A-B641-5313-BBE7-E0A9DA8F17CC}" dt="2025-11-04T05:04:29.640" v="152" actId="1076"/>
          <ac:cxnSpMkLst>
            <pc:docMk/>
            <pc:sldMk cId="973374142" sldId="2147375579"/>
            <ac:cxnSpMk id="24" creationId="{C3DF2152-1933-4BBC-F4E9-3DC49C712DD7}"/>
          </ac:cxnSpMkLst>
        </pc:cxnChg>
      </pc:sldChg>
      <pc:sldChg chg="addSp delSp modSp add mod ord modAnim">
        <pc:chgData name="Daniel Arturo Moncada Piraneque" userId="7b4d3d13-7cc5-46fc-9cf7-b7aafabc065d" providerId="ADAL" clId="{956F955A-B641-5313-BBE7-E0A9DA8F17CC}" dt="2025-11-04T06:52:32.687" v="910" actId="1076"/>
        <pc:sldMkLst>
          <pc:docMk/>
          <pc:sldMk cId="3913081885" sldId="2147375590"/>
        </pc:sldMkLst>
        <pc:spChg chg="del mod">
          <ac:chgData name="Daniel Arturo Moncada Piraneque" userId="7b4d3d13-7cc5-46fc-9cf7-b7aafabc065d" providerId="ADAL" clId="{956F955A-B641-5313-BBE7-E0A9DA8F17CC}" dt="2025-11-04T04:33:53.454" v="20" actId="478"/>
          <ac:spMkLst>
            <pc:docMk/>
            <pc:sldMk cId="3913081885" sldId="2147375590"/>
            <ac:spMk id="3" creationId="{B4459E16-DE25-8753-9839-A4B889F873C1}"/>
          </ac:spMkLst>
        </pc:spChg>
        <pc:spChg chg="add del">
          <ac:chgData name="Daniel Arturo Moncada Piraneque" userId="7b4d3d13-7cc5-46fc-9cf7-b7aafabc065d" providerId="ADAL" clId="{956F955A-B641-5313-BBE7-E0A9DA8F17CC}" dt="2025-11-04T04:34:01.764" v="22" actId="478"/>
          <ac:spMkLst>
            <pc:docMk/>
            <pc:sldMk cId="3913081885" sldId="2147375590"/>
            <ac:spMk id="4" creationId="{CB815F7C-153C-CC83-DCF6-36F21C7C1CE8}"/>
          </ac:spMkLst>
        </pc:spChg>
        <pc:spChg chg="mod">
          <ac:chgData name="Daniel Arturo Moncada Piraneque" userId="7b4d3d13-7cc5-46fc-9cf7-b7aafabc065d" providerId="ADAL" clId="{956F955A-B641-5313-BBE7-E0A9DA8F17CC}" dt="2025-11-04T06:45:27.025" v="791" actId="1076"/>
          <ac:spMkLst>
            <pc:docMk/>
            <pc:sldMk cId="3913081885" sldId="2147375590"/>
            <ac:spMk id="7" creationId="{B71983C5-2E74-244C-9D66-216CDBBA1B7D}"/>
          </ac:spMkLst>
        </pc:spChg>
        <pc:spChg chg="add del mod">
          <ac:chgData name="Daniel Arturo Moncada Piraneque" userId="7b4d3d13-7cc5-46fc-9cf7-b7aafabc065d" providerId="ADAL" clId="{956F955A-B641-5313-BBE7-E0A9DA8F17CC}" dt="2025-11-04T05:30:49.295" v="545" actId="478"/>
          <ac:spMkLst>
            <pc:docMk/>
            <pc:sldMk cId="3913081885" sldId="2147375590"/>
            <ac:spMk id="8" creationId="{2B9034DD-FE01-477C-390F-A9BFE0D12875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13" creationId="{15E95053-4B58-D345-D4E3-703B2ABB166C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15" creationId="{432FF860-B60F-3563-01A2-0CDF75F99BCF}"/>
          </ac:spMkLst>
        </pc:spChg>
        <pc:spChg chg="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0" creationId="{D47D1E32-E98F-9867-B86F-BF16F7D82B76}"/>
          </ac:spMkLst>
        </pc:spChg>
        <pc:spChg chg="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1" creationId="{87F3AA59-20B8-2E74-4691-98259D9E7FB7}"/>
          </ac:spMkLst>
        </pc:spChg>
        <pc:spChg chg="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3" creationId="{55427D07-A480-0BCE-DDC7-DD7EE506B772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5" creationId="{603197A5-C394-EFF4-9DB9-5698964620D3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7" creationId="{B3C54864-DB14-9CDB-351F-74A4AD33A190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28" creationId="{DF64A996-8B37-28D9-EBD9-9EDD323DD062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31" creationId="{9D0DF842-2FF3-2276-5D72-345A3B3F6EAE}"/>
          </ac:spMkLst>
        </pc:spChg>
        <pc:spChg chg="add mod">
          <ac:chgData name="Daniel Arturo Moncada Piraneque" userId="7b4d3d13-7cc5-46fc-9cf7-b7aafabc065d" providerId="ADAL" clId="{956F955A-B641-5313-BBE7-E0A9DA8F17CC}" dt="2025-11-04T06:13:53.760" v="686"/>
          <ac:spMkLst>
            <pc:docMk/>
            <pc:sldMk cId="3913081885" sldId="2147375590"/>
            <ac:spMk id="34" creationId="{7F0047DF-A954-1452-94B3-99A358B8632F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36" creationId="{9959B8A6-7B41-181F-89F0-C9A454AB43A3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38" creationId="{071725C1-938B-2671-EDDF-F7517215ABD1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39" creationId="{C2C0DEAC-49BD-06D8-887D-A0486054A046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40" creationId="{EDDDF508-2F80-A9A4-41FB-04D5BC67A7D7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41" creationId="{14A2741F-0087-90BE-8B6B-1436D80D4714}"/>
          </ac:spMkLst>
        </pc:spChg>
        <pc:spChg chg="add 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42" creationId="{A3AFC530-8912-AB10-0D4C-0ED34529C33E}"/>
          </ac:spMkLst>
        </pc:spChg>
        <pc:spChg chg="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45" creationId="{AFC94A6F-6413-CA87-87EE-2C6BF2AAC6B6}"/>
          </ac:spMkLst>
        </pc:spChg>
        <pc:spChg chg="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48" creationId="{C77138A9-DB67-F7F7-E956-B41A48070CFF}"/>
          </ac:spMkLst>
        </pc:spChg>
        <pc:spChg chg="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49" creationId="{4685EABF-FD3E-82E1-D3BD-48F198C15630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50" creationId="{80D3FC34-6CC2-0942-C8ED-1988FF3F46B0}"/>
          </ac:spMkLst>
        </pc:spChg>
        <pc:spChg chg="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51" creationId="{03A01EF2-B83F-7B06-42EA-BAC6D1D072AE}"/>
          </ac:spMkLst>
        </pc:spChg>
        <pc:spChg chg="add 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52" creationId="{DE763206-EAAE-EBE7-DC3B-CA60F3A57998}"/>
          </ac:spMkLst>
        </pc:spChg>
        <pc:spChg chg="add 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53" creationId="{FBBBB9CF-034E-8FA2-13B9-85130C50EEDD}"/>
          </ac:spMkLst>
        </pc:spChg>
        <pc:spChg chg="add 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54" creationId="{665983D2-F3AC-E876-C6E5-20BED8EDBC43}"/>
          </ac:spMkLst>
        </pc:spChg>
        <pc:spChg chg="add 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57" creationId="{57140C67-51F4-7CBA-0278-891AA44D9F16}"/>
          </ac:spMkLst>
        </pc:spChg>
        <pc:spChg chg="add mod">
          <ac:chgData name="Daniel Arturo Moncada Piraneque" userId="7b4d3d13-7cc5-46fc-9cf7-b7aafabc065d" providerId="ADAL" clId="{956F955A-B641-5313-BBE7-E0A9DA8F17CC}" dt="2025-11-04T06:14:19.099" v="690" actId="1076"/>
          <ac:spMkLst>
            <pc:docMk/>
            <pc:sldMk cId="3913081885" sldId="2147375590"/>
            <ac:spMk id="58" creationId="{FF9AAE8A-C396-6702-4934-92656977681B}"/>
          </ac:spMkLst>
        </pc:spChg>
        <pc:spChg chg="add mod">
          <ac:chgData name="Daniel Arturo Moncada Piraneque" userId="7b4d3d13-7cc5-46fc-9cf7-b7aafabc065d" providerId="ADAL" clId="{956F955A-B641-5313-BBE7-E0A9DA8F17CC}" dt="2025-11-04T06:14:15.798" v="689"/>
          <ac:spMkLst>
            <pc:docMk/>
            <pc:sldMk cId="3913081885" sldId="2147375590"/>
            <ac:spMk id="59" creationId="{6BB3E919-D0D4-65F3-67A7-96F71160F7F2}"/>
          </ac:spMkLst>
        </pc:spChg>
        <pc:spChg chg="add del mod">
          <ac:chgData name="Daniel Arturo Moncada Piraneque" userId="7b4d3d13-7cc5-46fc-9cf7-b7aafabc065d" providerId="ADAL" clId="{956F955A-B641-5313-BBE7-E0A9DA8F17CC}" dt="2025-11-04T06:17:59.599" v="706" actId="478"/>
          <ac:spMkLst>
            <pc:docMk/>
            <pc:sldMk cId="3913081885" sldId="2147375590"/>
            <ac:spMk id="62" creationId="{F359135C-C4B6-1F4C-7F22-0A011CB189BC}"/>
          </ac:spMkLst>
        </pc:spChg>
        <pc:spChg chg="add mod">
          <ac:chgData name="Daniel Arturo Moncada Piraneque" userId="7b4d3d13-7cc5-46fc-9cf7-b7aafabc065d" providerId="ADAL" clId="{956F955A-B641-5313-BBE7-E0A9DA8F17CC}" dt="2025-11-04T06:52:14.890" v="908" actId="255"/>
          <ac:spMkLst>
            <pc:docMk/>
            <pc:sldMk cId="3913081885" sldId="2147375590"/>
            <ac:spMk id="3089" creationId="{07B146E6-E8DC-7989-097E-48D7150FB353}"/>
          </ac:spMkLst>
        </pc:spChg>
        <pc:grpChg chg="add del mod">
          <ac:chgData name="Daniel Arturo Moncada Piraneque" userId="7b4d3d13-7cc5-46fc-9cf7-b7aafabc065d" providerId="ADAL" clId="{956F955A-B641-5313-BBE7-E0A9DA8F17CC}" dt="2025-11-04T06:16:07.338" v="700" actId="478"/>
          <ac:grpSpMkLst>
            <pc:docMk/>
            <pc:sldMk cId="3913081885" sldId="2147375590"/>
            <ac:grpSpMk id="61" creationId="{C6737131-9024-DB06-511C-672952AE729C}"/>
          </ac:grpSpMkLst>
        </pc:grpChg>
        <pc:picChg chg="add mod">
          <ac:chgData name="Daniel Arturo Moncada Piraneque" userId="7b4d3d13-7cc5-46fc-9cf7-b7aafabc065d" providerId="ADAL" clId="{956F955A-B641-5313-BBE7-E0A9DA8F17CC}" dt="2025-11-04T06:44:43.458" v="784" actId="14100"/>
          <ac:picMkLst>
            <pc:docMk/>
            <pc:sldMk cId="3913081885" sldId="2147375590"/>
            <ac:picMk id="5" creationId="{B1162610-C562-1206-9CEC-DF310D947A11}"/>
          </ac:picMkLst>
        </pc:picChg>
        <pc:picChg chg="add del mod">
          <ac:chgData name="Daniel Arturo Moncada Piraneque" userId="7b4d3d13-7cc5-46fc-9cf7-b7aafabc065d" providerId="ADAL" clId="{956F955A-B641-5313-BBE7-E0A9DA8F17CC}" dt="2025-11-04T06:45:29.608" v="792" actId="1076"/>
          <ac:picMkLst>
            <pc:docMk/>
            <pc:sldMk cId="3913081885" sldId="2147375590"/>
            <ac:picMk id="10" creationId="{3245ECA2-FF4F-1A21-CD48-2E8079C7C052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72" creationId="{5CE04252-B267-396F-9990-B88138607274}"/>
          </ac:picMkLst>
        </pc:picChg>
        <pc:picChg chg="add del mod">
          <ac:chgData name="Daniel Arturo Moncada Piraneque" userId="7b4d3d13-7cc5-46fc-9cf7-b7aafabc065d" providerId="ADAL" clId="{956F955A-B641-5313-BBE7-E0A9DA8F17CC}" dt="2025-11-04T06:10:51.970" v="661" actId="14100"/>
          <ac:picMkLst>
            <pc:docMk/>
            <pc:sldMk cId="3913081885" sldId="2147375590"/>
            <ac:picMk id="3074" creationId="{7D5C8748-8886-B9AA-286F-F04D69977D40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75" creationId="{30804E03-FA10-4BAF-E03F-9B30E64EF4E1}"/>
          </ac:picMkLst>
        </pc:picChg>
        <pc:picChg chg="add del mod">
          <ac:chgData name="Daniel Arturo Moncada Piraneque" userId="7b4d3d13-7cc5-46fc-9cf7-b7aafabc065d" providerId="ADAL" clId="{956F955A-B641-5313-BBE7-E0A9DA8F17CC}" dt="2025-11-04T06:13:07.284" v="685" actId="478"/>
          <ac:picMkLst>
            <pc:docMk/>
            <pc:sldMk cId="3913081885" sldId="2147375590"/>
            <ac:picMk id="3076" creationId="{A5D6DD3B-E3A0-4963-46BE-18CBB203EBEC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78" creationId="{5A052405-CBC3-FAD5-F259-D480D01DF0BF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80" creationId="{07DC0058-E202-6BB7-E94B-AC66D24CCAAE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82" creationId="{A309FA12-055C-996A-27BA-0B67135968FD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84" creationId="{514E2F7B-9C3F-C98B-108A-36507B1B59BA}"/>
          </ac:picMkLst>
        </pc:picChg>
        <pc:picChg chg="add mod">
          <ac:chgData name="Daniel Arturo Moncada Piraneque" userId="7b4d3d13-7cc5-46fc-9cf7-b7aafabc065d" providerId="ADAL" clId="{956F955A-B641-5313-BBE7-E0A9DA8F17CC}" dt="2025-11-04T06:27:04.273" v="709" actId="1076"/>
          <ac:picMkLst>
            <pc:docMk/>
            <pc:sldMk cId="3913081885" sldId="2147375590"/>
            <ac:picMk id="3086" creationId="{693ED6CC-A0B3-7237-CD7E-A8479ABDAE88}"/>
          </ac:picMkLst>
        </pc:picChg>
        <pc:picChg chg="add del mod">
          <ac:chgData name="Daniel Arturo Moncada Piraneque" userId="7b4d3d13-7cc5-46fc-9cf7-b7aafabc065d" providerId="ADAL" clId="{956F955A-B641-5313-BBE7-E0A9DA8F17CC}" dt="2025-11-04T06:33:20.034" v="779" actId="478"/>
          <ac:picMkLst>
            <pc:docMk/>
            <pc:sldMk cId="3913081885" sldId="2147375590"/>
            <ac:picMk id="3088" creationId="{7A282734-E9BE-EB4E-C8BF-577397C4DD51}"/>
          </ac:picMkLst>
        </pc:picChg>
        <pc:picChg chg="add mod">
          <ac:chgData name="Daniel Arturo Moncada Piraneque" userId="7b4d3d13-7cc5-46fc-9cf7-b7aafabc065d" providerId="ADAL" clId="{956F955A-B641-5313-BBE7-E0A9DA8F17CC}" dt="2025-11-04T06:44:43.458" v="784" actId="14100"/>
          <ac:picMkLst>
            <pc:docMk/>
            <pc:sldMk cId="3913081885" sldId="2147375590"/>
            <ac:picMk id="3090" creationId="{C5D442E8-475F-4083-C714-C5D6DB7B9FD5}"/>
          </ac:picMkLst>
        </pc:picChg>
        <pc:picChg chg="add mod">
          <ac:chgData name="Daniel Arturo Moncada Piraneque" userId="7b4d3d13-7cc5-46fc-9cf7-b7aafabc065d" providerId="ADAL" clId="{956F955A-B641-5313-BBE7-E0A9DA8F17CC}" dt="2025-11-04T06:52:32.687" v="910" actId="1076"/>
          <ac:picMkLst>
            <pc:docMk/>
            <pc:sldMk cId="3913081885" sldId="2147375590"/>
            <ac:picMk id="3091" creationId="{7F30EAC3-89E9-077F-3BC7-7E6E319B81BE}"/>
          </ac:picMkLst>
        </pc:picChg>
      </pc:sldChg>
    </pc:docChg>
  </pc:docChgLst>
  <pc:docChgLst>
    <pc:chgData name="Vanessa Monroy Ramos" userId="S::vmonroy@dnp.gov.co::96607883-afc1-429a-89ca-92c82560c145" providerId="AD" clId="Web-{AE68D679-3E7E-9147-ED20-3FF159F8676D}"/>
    <pc:docChg chg="addSld modSld">
      <pc:chgData name="Vanessa Monroy Ramos" userId="S::vmonroy@dnp.gov.co::96607883-afc1-429a-89ca-92c82560c145" providerId="AD" clId="Web-{AE68D679-3E7E-9147-ED20-3FF159F8676D}" dt="2025-11-04T02:22:50.429" v="1" actId="1076"/>
      <pc:docMkLst>
        <pc:docMk/>
      </pc:docMkLst>
      <pc:sldChg chg="modSp add">
        <pc:chgData name="Vanessa Monroy Ramos" userId="S::vmonroy@dnp.gov.co::96607883-afc1-429a-89ca-92c82560c145" providerId="AD" clId="Web-{AE68D679-3E7E-9147-ED20-3FF159F8676D}" dt="2025-11-04T02:22:50.429" v="1" actId="1076"/>
        <pc:sldMkLst>
          <pc:docMk/>
          <pc:sldMk cId="2294823700" sldId="307"/>
        </pc:sldMkLst>
        <pc:picChg chg="mod">
          <ac:chgData name="Vanessa Monroy Ramos" userId="S::vmonroy@dnp.gov.co::96607883-afc1-429a-89ca-92c82560c145" providerId="AD" clId="Web-{AE68D679-3E7E-9147-ED20-3FF159F8676D}" dt="2025-11-04T02:22:50.429" v="1" actId="1076"/>
          <ac:picMkLst>
            <pc:docMk/>
            <pc:sldMk cId="2294823700" sldId="307"/>
            <ac:picMk id="11" creationId="{B9A1BEAC-C1C8-89F4-963A-D0DE31292551}"/>
          </ac:picMkLst>
        </pc:picChg>
      </pc:sldChg>
    </pc:docChg>
  </pc:docChgLst>
  <pc:docChgLst>
    <pc:chgData name="Vanessa Monroy Ramos" userId="S::vmonroy@dnp.gov.co::96607883-afc1-429a-89ca-92c82560c145" providerId="AD" clId="Web-{248524E1-460D-9947-1E8E-D80D20808D9B}"/>
    <pc:docChg chg="addSld delSld modSld">
      <pc:chgData name="Vanessa Monroy Ramos" userId="S::vmonroy@dnp.gov.co::96607883-afc1-429a-89ca-92c82560c145" providerId="AD" clId="Web-{248524E1-460D-9947-1E8E-D80D20808D9B}" dt="2025-10-30T23:31:08.062" v="200" actId="1076"/>
      <pc:docMkLst>
        <pc:docMk/>
      </pc:docMkLst>
      <pc:sldChg chg="modSp add">
        <pc:chgData name="Vanessa Monroy Ramos" userId="S::vmonroy@dnp.gov.co::96607883-afc1-429a-89ca-92c82560c145" providerId="AD" clId="Web-{248524E1-460D-9947-1E8E-D80D20808D9B}" dt="2025-10-30T23:12:35.788" v="158" actId="20577"/>
        <pc:sldMkLst>
          <pc:docMk/>
          <pc:sldMk cId="1271008414" sldId="2145706397"/>
        </pc:sldMkLst>
        <pc:spChg chg="mod">
          <ac:chgData name="Vanessa Monroy Ramos" userId="S::vmonroy@dnp.gov.co::96607883-afc1-429a-89ca-92c82560c145" providerId="AD" clId="Web-{248524E1-460D-9947-1E8E-D80D20808D9B}" dt="2025-10-30T23:12:35.788" v="158" actId="20577"/>
          <ac:spMkLst>
            <pc:docMk/>
            <pc:sldMk cId="1271008414" sldId="2145706397"/>
            <ac:spMk id="4" creationId="{3CB37009-5812-FFA7-0C59-C277D2AF91D0}"/>
          </ac:spMkLst>
        </pc:spChg>
      </pc:sldChg>
      <pc:sldChg chg="addSp delSp modSp">
        <pc:chgData name="Vanessa Monroy Ramos" userId="S::vmonroy@dnp.gov.co::96607883-afc1-429a-89ca-92c82560c145" providerId="AD" clId="Web-{248524E1-460D-9947-1E8E-D80D20808D9B}" dt="2025-10-30T16:56:44.623" v="115"/>
        <pc:sldMkLst>
          <pc:docMk/>
          <pc:sldMk cId="2347192718" sldId="2147375553"/>
        </pc:sldMkLst>
        <pc:graphicFrameChg chg="modGraphic">
          <ac:chgData name="Vanessa Monroy Ramos" userId="S::vmonroy@dnp.gov.co::96607883-afc1-429a-89ca-92c82560c145" providerId="AD" clId="Web-{248524E1-460D-9947-1E8E-D80D20808D9B}" dt="2025-10-30T16:56:29.903" v="111"/>
          <ac:graphicFrameMkLst>
            <pc:docMk/>
            <pc:sldMk cId="2347192718" sldId="2147375553"/>
            <ac:graphicFrameMk id="2" creationId="{A454B2AE-4F6A-4610-E4BB-E62FBA61B693}"/>
          </ac:graphicFrameMkLst>
        </pc:graphicFrameChg>
      </pc:sldChg>
      <pc:sldChg chg="addSp modSp">
        <pc:chgData name="Vanessa Monroy Ramos" userId="S::vmonroy@dnp.gov.co::96607883-afc1-429a-89ca-92c82560c145" providerId="AD" clId="Web-{248524E1-460D-9947-1E8E-D80D20808D9B}" dt="2025-10-30T16:57:56.425" v="120" actId="1076"/>
        <pc:sldMkLst>
          <pc:docMk/>
          <pc:sldMk cId="598650301" sldId="2147375561"/>
        </pc:sldMkLst>
      </pc:sldChg>
      <pc:sldChg chg="addSp modSp add replId">
        <pc:chgData name="Vanessa Monroy Ramos" userId="S::vmonroy@dnp.gov.co::96607883-afc1-429a-89ca-92c82560c145" providerId="AD" clId="Web-{248524E1-460D-9947-1E8E-D80D20808D9B}" dt="2025-10-30T16:54:25.735" v="105" actId="1076"/>
        <pc:sldMkLst>
          <pc:docMk/>
          <pc:sldMk cId="494346761" sldId="2147375567"/>
        </pc:sldMkLst>
      </pc:sldChg>
    </pc:docChg>
  </pc:docChgLst>
  <pc:docChgLst>
    <pc:chgData name="Vanessa Monroy Ramos" userId="S::vmonroy@dnp.gov.co::96607883-afc1-429a-89ca-92c82560c145" providerId="AD" clId="Web-{5C054AC4-F761-DF77-39C4-885EDCB8513E}"/>
    <pc:docChg chg="addSld delSld modSld sldOrd">
      <pc:chgData name="Vanessa Monroy Ramos" userId="S::vmonroy@dnp.gov.co::96607883-afc1-429a-89ca-92c82560c145" providerId="AD" clId="Web-{5C054AC4-F761-DF77-39C4-885EDCB8513E}" dt="2025-11-02T16:25:05.666" v="299"/>
      <pc:docMkLst>
        <pc:docMk/>
      </pc:docMkLst>
      <pc:sldChg chg="modSp">
        <pc:chgData name="Vanessa Monroy Ramos" userId="S::vmonroy@dnp.gov.co::96607883-afc1-429a-89ca-92c82560c145" providerId="AD" clId="Web-{5C054AC4-F761-DF77-39C4-885EDCB8513E}" dt="2025-11-02T14:21:20.227" v="46" actId="20577"/>
        <pc:sldMkLst>
          <pc:docMk/>
          <pc:sldMk cId="1271008414" sldId="2145706397"/>
        </pc:sldMkLst>
        <pc:spChg chg="mod">
          <ac:chgData name="Vanessa Monroy Ramos" userId="S::vmonroy@dnp.gov.co::96607883-afc1-429a-89ca-92c82560c145" providerId="AD" clId="Web-{5C054AC4-F761-DF77-39C4-885EDCB8513E}" dt="2025-11-02T14:21:20.227" v="46" actId="20577"/>
          <ac:spMkLst>
            <pc:docMk/>
            <pc:sldMk cId="1271008414" sldId="2145706397"/>
            <ac:spMk id="8" creationId="{F16E96EC-5D79-5D35-A5EF-42B204B5C187}"/>
          </ac:spMkLst>
        </pc:spChg>
      </pc:sldChg>
      <pc:sldChg chg="add">
        <pc:chgData name="Vanessa Monroy Ramos" userId="S::vmonroy@dnp.gov.co::96607883-afc1-429a-89ca-92c82560c145" providerId="AD" clId="Web-{5C054AC4-F761-DF77-39C4-885EDCB8513E}" dt="2025-11-02T15:50:20.845" v="261"/>
        <pc:sldMkLst>
          <pc:docMk/>
          <pc:sldMk cId="2072590468" sldId="2145707723"/>
        </pc:sldMkLst>
      </pc:sldChg>
      <pc:sldChg chg="addSp modSp add">
        <pc:chgData name="Vanessa Monroy Ramos" userId="S::vmonroy@dnp.gov.co::96607883-afc1-429a-89ca-92c82560c145" providerId="AD" clId="Web-{5C054AC4-F761-DF77-39C4-885EDCB8513E}" dt="2025-11-02T15:47:42.750" v="260" actId="20577"/>
        <pc:sldMkLst>
          <pc:docMk/>
          <pc:sldMk cId="2617105111" sldId="2145707736"/>
        </pc:sldMkLst>
        <pc:spChg chg="mod">
          <ac:chgData name="Vanessa Monroy Ramos" userId="S::vmonroy@dnp.gov.co::96607883-afc1-429a-89ca-92c82560c145" providerId="AD" clId="Web-{5C054AC4-F761-DF77-39C4-885EDCB8513E}" dt="2025-11-02T15:46:06.155" v="245" actId="20577"/>
          <ac:spMkLst>
            <pc:docMk/>
            <pc:sldMk cId="2617105111" sldId="2145707736"/>
            <ac:spMk id="3" creationId="{8038E211-575C-E5F5-EBD0-DE58734198C7}"/>
          </ac:spMkLst>
        </pc:spChg>
        <pc:spChg chg="mod">
          <ac:chgData name="Vanessa Monroy Ramos" userId="S::vmonroy@dnp.gov.co::96607883-afc1-429a-89ca-92c82560c145" providerId="AD" clId="Web-{5C054AC4-F761-DF77-39C4-885EDCB8513E}" dt="2025-11-02T15:47:42.750" v="260" actId="20577"/>
          <ac:spMkLst>
            <pc:docMk/>
            <pc:sldMk cId="2617105111" sldId="2145707736"/>
            <ac:spMk id="7" creationId="{4C2A2697-56D6-1443-E7D2-7CAB0603AAF5}"/>
          </ac:spMkLst>
        </pc:spChg>
        <pc:picChg chg="add mod">
          <ac:chgData name="Vanessa Monroy Ramos" userId="S::vmonroy@dnp.gov.co::96607883-afc1-429a-89ca-92c82560c145" providerId="AD" clId="Web-{5C054AC4-F761-DF77-39C4-885EDCB8513E}" dt="2025-11-02T15:47:03.906" v="256" actId="14100"/>
          <ac:picMkLst>
            <pc:docMk/>
            <pc:sldMk cId="2617105111" sldId="2145707736"/>
            <ac:picMk id="2" creationId="{31DAC683-3098-D4F7-01B4-4A426EDA568C}"/>
          </ac:picMkLst>
        </pc:picChg>
        <pc:picChg chg="mod">
          <ac:chgData name="Vanessa Monroy Ramos" userId="S::vmonroy@dnp.gov.co::96607883-afc1-429a-89ca-92c82560c145" providerId="AD" clId="Web-{5C054AC4-F761-DF77-39C4-885EDCB8513E}" dt="2025-11-02T15:46:53.406" v="252" actId="1076"/>
          <ac:picMkLst>
            <pc:docMk/>
            <pc:sldMk cId="2617105111" sldId="2145707736"/>
            <ac:picMk id="11" creationId="{98108D5C-9175-7648-36DA-54B1D4D48234}"/>
          </ac:picMkLst>
        </pc:picChg>
        <pc:picChg chg="mod">
          <ac:chgData name="Vanessa Monroy Ramos" userId="S::vmonroy@dnp.gov.co::96607883-afc1-429a-89ca-92c82560c145" providerId="AD" clId="Web-{5C054AC4-F761-DF77-39C4-885EDCB8513E}" dt="2025-11-02T15:46:57.953" v="253" actId="1076"/>
          <ac:picMkLst>
            <pc:docMk/>
            <pc:sldMk cId="2617105111" sldId="2145707736"/>
            <ac:picMk id="1026" creationId="{5C995BBB-A401-3FCA-268F-88CA91852586}"/>
          </ac:picMkLst>
        </pc:picChg>
      </pc:sldChg>
      <pc:sldChg chg="addSp modSp">
        <pc:chgData name="Vanessa Monroy Ramos" userId="S::vmonroy@dnp.gov.co::96607883-afc1-429a-89ca-92c82560c145" providerId="AD" clId="Web-{5C054AC4-F761-DF77-39C4-885EDCB8513E}" dt="2025-11-02T16:25:05.666" v="299"/>
        <pc:sldMkLst>
          <pc:docMk/>
          <pc:sldMk cId="3056642229" sldId="2147375510"/>
        </pc:sldMkLst>
        <pc:picChg chg="add">
          <ac:chgData name="Vanessa Monroy Ramos" userId="S::vmonroy@dnp.gov.co::96607883-afc1-429a-89ca-92c82560c145" providerId="AD" clId="Web-{5C054AC4-F761-DF77-39C4-885EDCB8513E}" dt="2025-11-02T16:25:05.666" v="299"/>
          <ac:picMkLst>
            <pc:docMk/>
            <pc:sldMk cId="3056642229" sldId="2147375510"/>
            <ac:picMk id="4" creationId="{115E8C5C-57D6-2C61-627D-020E0E9592D1}"/>
          </ac:picMkLst>
        </pc:picChg>
        <pc:picChg chg="mod">
          <ac:chgData name="Vanessa Monroy Ramos" userId="S::vmonroy@dnp.gov.co::96607883-afc1-429a-89ca-92c82560c145" providerId="AD" clId="Web-{5C054AC4-F761-DF77-39C4-885EDCB8513E}" dt="2025-11-02T14:32:45.314" v="61" actId="1076"/>
          <ac:picMkLst>
            <pc:docMk/>
            <pc:sldMk cId="3056642229" sldId="2147375510"/>
            <ac:picMk id="1026" creationId="{4C06CC91-C389-8BFC-DF5E-FECDE26573CD}"/>
          </ac:picMkLst>
        </pc:picChg>
      </pc:sldChg>
      <pc:sldChg chg="addSp">
        <pc:chgData name="Vanessa Monroy Ramos" userId="S::vmonroy@dnp.gov.co::96607883-afc1-429a-89ca-92c82560c145" providerId="AD" clId="Web-{5C054AC4-F761-DF77-39C4-885EDCB8513E}" dt="2025-11-02T16:24:36.429" v="296"/>
        <pc:sldMkLst>
          <pc:docMk/>
          <pc:sldMk cId="3317590982" sldId="2147375544"/>
        </pc:sldMkLst>
        <pc:picChg chg="add">
          <ac:chgData name="Vanessa Monroy Ramos" userId="S::vmonroy@dnp.gov.co::96607883-afc1-429a-89ca-92c82560c145" providerId="AD" clId="Web-{5C054AC4-F761-DF77-39C4-885EDCB8513E}" dt="2025-11-02T16:24:36.429" v="296"/>
          <ac:picMkLst>
            <pc:docMk/>
            <pc:sldMk cId="3317590982" sldId="2147375544"/>
            <ac:picMk id="5" creationId="{547DFBB0-8D57-5764-DAA4-9BA1BFE88B68}"/>
          </ac:picMkLst>
        </pc:picChg>
      </pc:sldChg>
      <pc:sldChg chg="addSp">
        <pc:chgData name="Vanessa Monroy Ramos" userId="S::vmonroy@dnp.gov.co::96607883-afc1-429a-89ca-92c82560c145" providerId="AD" clId="Web-{5C054AC4-F761-DF77-39C4-885EDCB8513E}" dt="2025-11-02T16:24:48.273" v="298"/>
        <pc:sldMkLst>
          <pc:docMk/>
          <pc:sldMk cId="4247573232" sldId="2147375549"/>
        </pc:sldMkLst>
        <pc:picChg chg="add">
          <ac:chgData name="Vanessa Monroy Ramos" userId="S::vmonroy@dnp.gov.co::96607883-afc1-429a-89ca-92c82560c145" providerId="AD" clId="Web-{5C054AC4-F761-DF77-39C4-885EDCB8513E}" dt="2025-11-02T16:24:48.273" v="298"/>
          <ac:picMkLst>
            <pc:docMk/>
            <pc:sldMk cId="4247573232" sldId="2147375549"/>
            <ac:picMk id="3" creationId="{525A7CAA-7CE1-5DB3-D192-D8C46CBF4794}"/>
          </ac:picMkLst>
        </pc:picChg>
      </pc:sldChg>
      <pc:sldChg chg="addSp">
        <pc:chgData name="Vanessa Monroy Ramos" userId="S::vmonroy@dnp.gov.co::96607883-afc1-429a-89ca-92c82560c145" providerId="AD" clId="Web-{5C054AC4-F761-DF77-39C4-885EDCB8513E}" dt="2025-11-02T16:24:41.757" v="297"/>
        <pc:sldMkLst>
          <pc:docMk/>
          <pc:sldMk cId="2648244002" sldId="2147375550"/>
        </pc:sldMkLst>
        <pc:picChg chg="add">
          <ac:chgData name="Vanessa Monroy Ramos" userId="S::vmonroy@dnp.gov.co::96607883-afc1-429a-89ca-92c82560c145" providerId="AD" clId="Web-{5C054AC4-F761-DF77-39C4-885EDCB8513E}" dt="2025-11-02T16:24:41.757" v="297"/>
          <ac:picMkLst>
            <pc:docMk/>
            <pc:sldMk cId="2648244002" sldId="2147375550"/>
            <ac:picMk id="25" creationId="{03451BA5-BD8B-3717-E6A5-70093846B0B8}"/>
          </ac:picMkLst>
        </pc:picChg>
      </pc:sldChg>
      <pc:sldChg chg="addSp delSp">
        <pc:chgData name="Vanessa Monroy Ramos" userId="S::vmonroy@dnp.gov.co::96607883-afc1-429a-89ca-92c82560c145" providerId="AD" clId="Web-{5C054AC4-F761-DF77-39C4-885EDCB8513E}" dt="2025-11-02T16:24:25.491" v="295"/>
        <pc:sldMkLst>
          <pc:docMk/>
          <pc:sldMk cId="909653237" sldId="2147375562"/>
        </pc:sldMkLst>
      </pc:sldChg>
      <pc:sldChg chg="addSp delSp modSp ord">
        <pc:chgData name="Vanessa Monroy Ramos" userId="S::vmonroy@dnp.gov.co::96607883-afc1-429a-89ca-92c82560c145" providerId="AD" clId="Web-{5C054AC4-F761-DF77-39C4-885EDCB8513E}" dt="2025-11-02T16:23:59.054" v="293"/>
        <pc:sldMkLst>
          <pc:docMk/>
          <pc:sldMk cId="494346761" sldId="2147375567"/>
        </pc:sldMkLst>
        <pc:spChg chg="add mod">
          <ac:chgData name="Vanessa Monroy Ramos" userId="S::vmonroy@dnp.gov.co::96607883-afc1-429a-89ca-92c82560c145" providerId="AD" clId="Web-{5C054AC4-F761-DF77-39C4-885EDCB8513E}" dt="2025-11-02T14:34:48.723" v="88" actId="20577"/>
          <ac:spMkLst>
            <pc:docMk/>
            <pc:sldMk cId="494346761" sldId="2147375567"/>
            <ac:spMk id="4" creationId="{5A25C7BE-FC02-9577-ACAF-1EDF286B3029}"/>
          </ac:spMkLst>
        </pc:spChg>
        <pc:picChg chg="mod modCrop">
          <ac:chgData name="Vanessa Monroy Ramos" userId="S::vmonroy@dnp.gov.co::96607883-afc1-429a-89ca-92c82560c145" providerId="AD" clId="Web-{5C054AC4-F761-DF77-39C4-885EDCB8513E}" dt="2025-11-02T14:34:15.410" v="68" actId="1076"/>
          <ac:picMkLst>
            <pc:docMk/>
            <pc:sldMk cId="494346761" sldId="2147375567"/>
            <ac:picMk id="6" creationId="{6625C257-CD6D-0DF8-859F-DE443183B01E}"/>
          </ac:picMkLst>
        </pc:picChg>
        <pc:picChg chg="add">
          <ac:chgData name="Vanessa Monroy Ramos" userId="S::vmonroy@dnp.gov.co::96607883-afc1-429a-89ca-92c82560c145" providerId="AD" clId="Web-{5C054AC4-F761-DF77-39C4-885EDCB8513E}" dt="2025-11-02T16:23:59.054" v="293"/>
          <ac:picMkLst>
            <pc:docMk/>
            <pc:sldMk cId="494346761" sldId="2147375567"/>
            <ac:picMk id="7" creationId="{4482E5DF-030E-A733-4676-AD7391CD56E7}"/>
          </ac:picMkLst>
        </pc:picChg>
      </pc:sldChg>
      <pc:sldChg chg="add">
        <pc:chgData name="Vanessa Monroy Ramos" userId="S::vmonroy@dnp.gov.co::96607883-afc1-429a-89ca-92c82560c145" providerId="AD" clId="Web-{5C054AC4-F761-DF77-39C4-885EDCB8513E}" dt="2025-11-02T16:23:22.444" v="287"/>
        <pc:sldMkLst>
          <pc:docMk/>
          <pc:sldMk cId="3389610180" sldId="2147375576"/>
        </pc:sldMkLst>
      </pc:sldChg>
      <pc:sldChg chg="modSp add">
        <pc:chgData name="Vanessa Monroy Ramos" userId="S::vmonroy@dnp.gov.co::96607883-afc1-429a-89ca-92c82560c145" providerId="AD" clId="Web-{5C054AC4-F761-DF77-39C4-885EDCB8513E}" dt="2025-11-02T14:28:38.943" v="48" actId="20577"/>
        <pc:sldMkLst>
          <pc:docMk/>
          <pc:sldMk cId="2882424905" sldId="2147375577"/>
        </pc:sldMkLst>
        <pc:spChg chg="mod">
          <ac:chgData name="Vanessa Monroy Ramos" userId="S::vmonroy@dnp.gov.co::96607883-afc1-429a-89ca-92c82560c145" providerId="AD" clId="Web-{5C054AC4-F761-DF77-39C4-885EDCB8513E}" dt="2025-11-02T14:28:38.943" v="48" actId="20577"/>
          <ac:spMkLst>
            <pc:docMk/>
            <pc:sldMk cId="2882424905" sldId="2147375577"/>
            <ac:spMk id="4" creationId="{279A1984-9E8C-838E-8BB0-19EE0436E2AA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03:08.941" v="28" actId="20577"/>
          <ac:spMkLst>
            <pc:docMk/>
            <pc:sldMk cId="2882424905" sldId="2147375577"/>
            <ac:spMk id="5" creationId="{2675DB28-965C-ED16-5515-9D1B79BF16A2}"/>
          </ac:spMkLst>
        </pc:spChg>
      </pc:sldChg>
      <pc:sldChg chg="modSp add">
        <pc:chgData name="Vanessa Monroy Ramos" userId="S::vmonroy@dnp.gov.co::96607883-afc1-429a-89ca-92c82560c145" providerId="AD" clId="Web-{5C054AC4-F761-DF77-39C4-885EDCB8513E}" dt="2025-11-02T14:29:10.351" v="49" actId="20577"/>
        <pc:sldMkLst>
          <pc:docMk/>
          <pc:sldMk cId="1564206365" sldId="2147375578"/>
        </pc:sldMkLst>
        <pc:spChg chg="mod">
          <ac:chgData name="Vanessa Monroy Ramos" userId="S::vmonroy@dnp.gov.co::96607883-afc1-429a-89ca-92c82560c145" providerId="AD" clId="Web-{5C054AC4-F761-DF77-39C4-885EDCB8513E}" dt="2025-11-02T14:29:10.351" v="49" actId="20577"/>
          <ac:spMkLst>
            <pc:docMk/>
            <pc:sldMk cId="1564206365" sldId="2147375578"/>
            <ac:spMk id="4" creationId="{05FBD9B3-9FC7-7FEE-CEBE-FFF530A5F443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20:12.398" v="45" actId="20577"/>
          <ac:spMkLst>
            <pc:docMk/>
            <pc:sldMk cId="1564206365" sldId="2147375578"/>
            <ac:spMk id="5" creationId="{D1C504A2-E9A1-3902-6875-464709A028D8}"/>
          </ac:spMkLst>
        </pc:spChg>
      </pc:sldChg>
      <pc:sldChg chg="modSp add">
        <pc:chgData name="Vanessa Monroy Ramos" userId="S::vmonroy@dnp.gov.co::96607883-afc1-429a-89ca-92c82560c145" providerId="AD" clId="Web-{5C054AC4-F761-DF77-39C4-885EDCB8513E}" dt="2025-11-02T14:48:07.248" v="158" actId="20577"/>
        <pc:sldMkLst>
          <pc:docMk/>
          <pc:sldMk cId="973374142" sldId="2147375579"/>
        </pc:sldMkLst>
        <pc:spChg chg="mod">
          <ac:chgData name="Vanessa Monroy Ramos" userId="S::vmonroy@dnp.gov.co::96607883-afc1-429a-89ca-92c82560c145" providerId="AD" clId="Web-{5C054AC4-F761-DF77-39C4-885EDCB8513E}" dt="2025-11-02T14:48:07.248" v="158" actId="20577"/>
          <ac:spMkLst>
            <pc:docMk/>
            <pc:sldMk cId="973374142" sldId="2147375579"/>
            <ac:spMk id="3" creationId="{AEF10683-70AF-5CD0-B43C-99C2BF0C9ED7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01:39.595" v="24" actId="20577"/>
          <ac:spMkLst>
            <pc:docMk/>
            <pc:sldMk cId="973374142" sldId="2147375579"/>
            <ac:spMk id="8" creationId="{FF2906AA-97D3-0D31-D9A6-A08A2900C657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39:29.852" v="149" actId="1076"/>
          <ac:spMkLst>
            <pc:docMk/>
            <pc:sldMk cId="973374142" sldId="2147375579"/>
            <ac:spMk id="13" creationId="{4DC6EAC7-5EF3-B3EF-B04C-37EB24AA756F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47:51.434" v="156" actId="1076"/>
          <ac:spMkLst>
            <pc:docMk/>
            <pc:sldMk cId="973374142" sldId="2147375579"/>
            <ac:spMk id="35" creationId="{A9A66C34-B273-DE23-33E5-A18F9B9FFFEB}"/>
          </ac:spMkLst>
        </pc:spChg>
        <pc:spChg chg="mod">
          <ac:chgData name="Vanessa Monroy Ramos" userId="S::vmonroy@dnp.gov.co::96607883-afc1-429a-89ca-92c82560c145" providerId="AD" clId="Web-{5C054AC4-F761-DF77-39C4-885EDCB8513E}" dt="2025-11-02T14:47:47.184" v="155" actId="1076"/>
          <ac:spMkLst>
            <pc:docMk/>
            <pc:sldMk cId="973374142" sldId="2147375579"/>
            <ac:spMk id="44" creationId="{47602D21-C26D-E00C-D1DB-2DC370277CA6}"/>
          </ac:spMkLst>
        </pc:spChg>
        <pc:cxnChg chg="mod">
          <ac:chgData name="Vanessa Monroy Ramos" userId="S::vmonroy@dnp.gov.co::96607883-afc1-429a-89ca-92c82560c145" providerId="AD" clId="Web-{5C054AC4-F761-DF77-39C4-885EDCB8513E}" dt="2025-11-02T14:39:42.384" v="152" actId="14100"/>
          <ac:cxnSpMkLst>
            <pc:docMk/>
            <pc:sldMk cId="973374142" sldId="2147375579"/>
            <ac:cxnSpMk id="24" creationId="{C3DF2152-1933-4BBC-F4E9-3DC49C712DD7}"/>
          </ac:cxnSpMkLst>
        </pc:cxnChg>
      </pc:sldChg>
      <pc:sldChg chg="addSp delSp add">
        <pc:chgData name="Vanessa Monroy Ramos" userId="S::vmonroy@dnp.gov.co::96607883-afc1-429a-89ca-92c82560c145" providerId="AD" clId="Web-{5C054AC4-F761-DF77-39C4-885EDCB8513E}" dt="2025-11-02T16:23:41.678" v="289"/>
        <pc:sldMkLst>
          <pc:docMk/>
          <pc:sldMk cId="204383137" sldId="2147375581"/>
        </pc:sldMkLst>
      </pc:sldChg>
      <pc:sldChg chg="modSp add">
        <pc:chgData name="Vanessa Monroy Ramos" userId="S::vmonroy@dnp.gov.co::96607883-afc1-429a-89ca-92c82560c145" providerId="AD" clId="Web-{5C054AC4-F761-DF77-39C4-885EDCB8513E}" dt="2025-11-02T15:30:16.096" v="225" actId="20577"/>
        <pc:sldMkLst>
          <pc:docMk/>
          <pc:sldMk cId="1314191200" sldId="2147375583"/>
        </pc:sldMkLst>
        <pc:spChg chg="mod">
          <ac:chgData name="Vanessa Monroy Ramos" userId="S::vmonroy@dnp.gov.co::96607883-afc1-429a-89ca-92c82560c145" providerId="AD" clId="Web-{5C054AC4-F761-DF77-39C4-885EDCB8513E}" dt="2025-11-02T15:30:16.096" v="225" actId="20577"/>
          <ac:spMkLst>
            <pc:docMk/>
            <pc:sldMk cId="1314191200" sldId="2147375583"/>
            <ac:spMk id="4" creationId="{FC260F64-6463-4C1C-60C2-C6BDEF0481DF}"/>
          </ac:spMkLst>
        </pc:spChg>
      </pc:sldChg>
      <pc:sldChg chg="add">
        <pc:chgData name="Vanessa Monroy Ramos" userId="S::vmonroy@dnp.gov.co::96607883-afc1-429a-89ca-92c82560c145" providerId="AD" clId="Web-{5C054AC4-F761-DF77-39C4-885EDCB8513E}" dt="2025-11-02T14:31:29.764" v="56"/>
        <pc:sldMkLst>
          <pc:docMk/>
          <pc:sldMk cId="264594616" sldId="2147375584"/>
        </pc:sldMkLst>
      </pc:sldChg>
      <pc:sldChg chg="add">
        <pc:chgData name="Vanessa Monroy Ramos" userId="S::vmonroy@dnp.gov.co::96607883-afc1-429a-89ca-92c82560c145" providerId="AD" clId="Web-{5C054AC4-F761-DF77-39C4-885EDCB8513E}" dt="2025-11-02T14:32:27.485" v="59"/>
        <pc:sldMkLst>
          <pc:docMk/>
          <pc:sldMk cId="217694655" sldId="2147375585"/>
        </pc:sldMkLst>
      </pc:sldChg>
      <pc:sldChg chg="modSp add">
        <pc:chgData name="Vanessa Monroy Ramos" userId="S::vmonroy@dnp.gov.co::96607883-afc1-429a-89ca-92c82560c145" providerId="AD" clId="Web-{5C054AC4-F761-DF77-39C4-885EDCB8513E}" dt="2025-11-02T15:30:51.254" v="228"/>
        <pc:sldMkLst>
          <pc:docMk/>
          <pc:sldMk cId="2578324978" sldId="2147375587"/>
        </pc:sldMkLst>
        <pc:spChg chg="mod">
          <ac:chgData name="Vanessa Monroy Ramos" userId="S::vmonroy@dnp.gov.co::96607883-afc1-429a-89ca-92c82560c145" providerId="AD" clId="Web-{5C054AC4-F761-DF77-39C4-885EDCB8513E}" dt="2025-11-02T15:30:02.486" v="224" actId="20577"/>
          <ac:spMkLst>
            <pc:docMk/>
            <pc:sldMk cId="2578324978" sldId="2147375587"/>
            <ac:spMk id="2" creationId="{42E9C39B-983C-ABCC-436A-6ADD031283BA}"/>
          </ac:spMkLst>
        </pc:spChg>
        <pc:spChg chg="mod">
          <ac:chgData name="Vanessa Monroy Ramos" userId="S::vmonroy@dnp.gov.co::96607883-afc1-429a-89ca-92c82560c145" providerId="AD" clId="Web-{5C054AC4-F761-DF77-39C4-885EDCB8513E}" dt="2025-11-02T15:30:51.254" v="228"/>
          <ac:spMkLst>
            <pc:docMk/>
            <pc:sldMk cId="2578324978" sldId="2147375587"/>
            <ac:spMk id="10" creationId="{E1B40933-387C-8A0D-0653-0864DBAF2099}"/>
          </ac:spMkLst>
        </pc:spChg>
        <pc:spChg chg="mod">
          <ac:chgData name="Vanessa Monroy Ramos" userId="S::vmonroy@dnp.gov.co::96607883-afc1-429a-89ca-92c82560c145" providerId="AD" clId="Web-{5C054AC4-F761-DF77-39C4-885EDCB8513E}" dt="2025-11-02T15:30:39.019" v="227"/>
          <ac:spMkLst>
            <pc:docMk/>
            <pc:sldMk cId="2578324978" sldId="2147375587"/>
            <ac:spMk id="21" creationId="{8294DE7F-0900-22B5-8379-27B5490B8A24}"/>
          </ac:spMkLst>
        </pc:spChg>
        <pc:spChg chg="mod">
          <ac:chgData name="Vanessa Monroy Ramos" userId="S::vmonroy@dnp.gov.co::96607883-afc1-429a-89ca-92c82560c145" providerId="AD" clId="Web-{5C054AC4-F761-DF77-39C4-885EDCB8513E}" dt="2025-11-02T15:30:28.878" v="226"/>
          <ac:spMkLst>
            <pc:docMk/>
            <pc:sldMk cId="2578324978" sldId="2147375587"/>
            <ac:spMk id="22" creationId="{C5279091-AB8A-D184-F422-805F61F009D4}"/>
          </ac:spMkLst>
        </pc:spChg>
      </pc:sldChg>
      <pc:sldChg chg="add">
        <pc:chgData name="Vanessa Monroy Ramos" userId="S::vmonroy@dnp.gov.co::96607883-afc1-429a-89ca-92c82560c145" providerId="AD" clId="Web-{5C054AC4-F761-DF77-39C4-885EDCB8513E}" dt="2025-11-02T16:01:08.511" v="262"/>
        <pc:sldMkLst>
          <pc:docMk/>
          <pc:sldMk cId="2337786235" sldId="2147375588"/>
        </pc:sldMkLst>
      </pc:sldChg>
      <pc:sldChg chg="addSp delSp modSp add">
        <pc:chgData name="Vanessa Monroy Ramos" userId="S::vmonroy@dnp.gov.co::96607883-afc1-429a-89ca-92c82560c145" providerId="AD" clId="Web-{5C054AC4-F761-DF77-39C4-885EDCB8513E}" dt="2025-11-02T16:23:54.554" v="292" actId="1076"/>
        <pc:sldMkLst>
          <pc:docMk/>
          <pc:sldMk cId="2722932780" sldId="2147375589"/>
        </pc:sldMkLst>
        <pc:picChg chg="mod">
          <ac:chgData name="Vanessa Monroy Ramos" userId="S::vmonroy@dnp.gov.co::96607883-afc1-429a-89ca-92c82560c145" providerId="AD" clId="Web-{5C054AC4-F761-DF77-39C4-885EDCB8513E}" dt="2025-11-02T16:23:54.554" v="292" actId="1076"/>
          <ac:picMkLst>
            <pc:docMk/>
            <pc:sldMk cId="2722932780" sldId="2147375589"/>
            <ac:picMk id="16" creationId="{39020327-EEB6-CFF6-F52B-7AD2290B50DA}"/>
          </ac:picMkLst>
        </pc:picChg>
        <pc:picChg chg="add del">
          <ac:chgData name="Vanessa Monroy Ramos" userId="S::vmonroy@dnp.gov.co::96607883-afc1-429a-89ca-92c82560c145" providerId="AD" clId="Web-{5C054AC4-F761-DF77-39C4-885EDCB8513E}" dt="2025-11-02T16:20:58.630" v="284"/>
          <ac:picMkLst>
            <pc:docMk/>
            <pc:sldMk cId="2722932780" sldId="2147375589"/>
            <ac:picMk id="23" creationId="{35F14D7C-71F3-3B4A-63FD-17206DFFDB7D}"/>
          </ac:picMkLst>
        </pc:picChg>
      </pc:sldChg>
    </pc:docChg>
  </pc:docChgLst>
  <pc:docChgLst>
    <pc:chgData name="Vanessa Monroy Ramos" userId="S::vmonroy@dnp.gov.co::96607883-afc1-429a-89ca-92c82560c145" providerId="AD" clId="Web-{C40EFAEF-50FA-7F8C-67D3-B0FC645AD21F}"/>
    <pc:docChg chg="addSld modSld">
      <pc:chgData name="Vanessa Monroy Ramos" userId="S::vmonroy@dnp.gov.co::96607883-afc1-429a-89ca-92c82560c145" providerId="AD" clId="Web-{C40EFAEF-50FA-7F8C-67D3-B0FC645AD21F}" dt="2025-10-30T12:46:32.044" v="44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FDD23-1A10-4C92-94C4-75B5867EBA05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DCDB27-A974-4858-A33F-DB800DF7188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872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Esta presentación propone una forma sencilla de identificar propuestas ciudadanas duplicadas en el proceso del Plan Nacional de Desarrollo 2026-2030. Se presentan tres índices de similitud, el costo de comparar todas las propuestas entre sí y una propuesta de solución basada en un índice combinado y una matriz de similitud.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formulario</a:t>
            </a:r>
            <a:r>
              <a:rPr dirty="0"/>
              <a:t> </a:t>
            </a:r>
            <a:r>
              <a:rPr dirty="0" err="1"/>
              <a:t>guarda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fila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envío</a:t>
            </a:r>
            <a:r>
              <a:rPr dirty="0"/>
              <a:t>, con hasta </a:t>
            </a:r>
            <a:r>
              <a:rPr dirty="0" err="1"/>
              <a:t>ocho</a:t>
            </a:r>
            <a:r>
              <a:rPr dirty="0"/>
              <a:t> </a:t>
            </a:r>
            <a:r>
              <a:rPr dirty="0" err="1"/>
              <a:t>bloques</a:t>
            </a:r>
            <a:r>
              <a:rPr dirty="0"/>
              <a:t> de </a:t>
            </a:r>
            <a:r>
              <a:rPr dirty="0" err="1"/>
              <a:t>propuesta</a:t>
            </a:r>
            <a:r>
              <a:rPr dirty="0"/>
              <a:t>. La consulta de Excel </a:t>
            </a:r>
            <a:r>
              <a:rPr dirty="0" err="1"/>
              <a:t>transforma</a:t>
            </a:r>
            <a:r>
              <a:rPr dirty="0"/>
              <a:t>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exportación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fila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, </a:t>
            </a:r>
            <a:r>
              <a:rPr dirty="0" err="1"/>
              <a:t>identificada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el </a:t>
            </a:r>
            <a:r>
              <a:rPr dirty="0" err="1"/>
              <a:t>radicado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el </a:t>
            </a:r>
            <a:r>
              <a:rPr dirty="0" err="1"/>
              <a:t>número</a:t>
            </a:r>
            <a:r>
              <a:rPr dirty="0"/>
              <a:t> de </a:t>
            </a:r>
            <a:r>
              <a:rPr dirty="0" err="1"/>
              <a:t>bloque</a:t>
            </a:r>
            <a:r>
              <a:rPr dirty="0"/>
              <a:t>, y </a:t>
            </a:r>
            <a:r>
              <a:rPr dirty="0" err="1"/>
              <a:t>esa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 es la </a:t>
            </a:r>
            <a:r>
              <a:rPr dirty="0" err="1"/>
              <a:t>que</a:t>
            </a:r>
            <a:r>
              <a:rPr dirty="0"/>
              <a:t> se carga </a:t>
            </a:r>
            <a:r>
              <a:rPr dirty="0" err="1"/>
              <a:t>en</a:t>
            </a:r>
            <a:r>
              <a:rPr dirty="0"/>
              <a:t> SharePoint y la </a:t>
            </a:r>
            <a:r>
              <a:rPr dirty="0" err="1"/>
              <a:t>que</a:t>
            </a:r>
            <a:r>
              <a:rPr dirty="0"/>
              <a:t> se </a:t>
            </a:r>
            <a:r>
              <a:rPr dirty="0" err="1"/>
              <a:t>compara</a:t>
            </a:r>
            <a:r>
              <a:rPr dirty="0"/>
              <a:t>. Del </a:t>
            </a:r>
            <a:r>
              <a:rPr dirty="0" err="1"/>
              <a:t>texto</a:t>
            </a:r>
            <a:r>
              <a:rPr dirty="0"/>
              <a:t> se </a:t>
            </a:r>
            <a:r>
              <a:rPr dirty="0" err="1"/>
              <a:t>utilizan</a:t>
            </a:r>
            <a:r>
              <a:rPr dirty="0"/>
              <a:t> la </a:t>
            </a:r>
            <a:r>
              <a:rPr dirty="0" err="1"/>
              <a:t>propuesta</a:t>
            </a:r>
            <a:r>
              <a:rPr dirty="0"/>
              <a:t> y el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esperado</a:t>
            </a:r>
            <a:r>
              <a:rPr dirty="0"/>
              <a:t>;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, el municipio y el </a:t>
            </a:r>
            <a:r>
              <a:rPr dirty="0" err="1"/>
              <a:t>eje</a:t>
            </a:r>
            <a:r>
              <a:rPr dirty="0"/>
              <a:t>. Los </a:t>
            </a:r>
            <a:r>
              <a:rPr dirty="0" err="1"/>
              <a:t>datos</a:t>
            </a:r>
            <a:r>
              <a:rPr dirty="0"/>
              <a:t> de </a:t>
            </a:r>
            <a:r>
              <a:rPr dirty="0" err="1"/>
              <a:t>caracterización</a:t>
            </a:r>
            <a:r>
              <a:rPr dirty="0"/>
              <a:t>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sexo</a:t>
            </a:r>
            <a:r>
              <a:rPr dirty="0"/>
              <a:t>, </a:t>
            </a:r>
            <a:r>
              <a:rPr dirty="0" err="1"/>
              <a:t>orientación</a:t>
            </a:r>
            <a:r>
              <a:rPr dirty="0"/>
              <a:t> sexual y </a:t>
            </a:r>
            <a:r>
              <a:rPr dirty="0" err="1"/>
              <a:t>discapacidad</a:t>
            </a:r>
            <a:r>
              <a:rPr dirty="0"/>
              <a:t>, se </a:t>
            </a:r>
            <a:r>
              <a:rPr dirty="0" err="1"/>
              <a:t>excluyen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ser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sensibles</a:t>
            </a:r>
            <a:r>
              <a:rPr dirty="0"/>
              <a:t> y </a:t>
            </a:r>
            <a:r>
              <a:rPr dirty="0" err="1"/>
              <a:t>porque</a:t>
            </a:r>
            <a:r>
              <a:rPr dirty="0"/>
              <a:t> no </a:t>
            </a:r>
            <a:r>
              <a:rPr dirty="0" err="1"/>
              <a:t>aportan</a:t>
            </a:r>
            <a:r>
              <a:rPr dirty="0"/>
              <a:t> </a:t>
            </a:r>
            <a:r>
              <a:rPr dirty="0" err="1"/>
              <a:t>información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el </a:t>
            </a:r>
            <a:r>
              <a:rPr dirty="0" err="1"/>
              <a:t>contenido</a:t>
            </a:r>
            <a:r>
              <a:rPr dirty="0"/>
              <a:t>.</a:t>
            </a:r>
            <a:br>
              <a:rPr lang="es-CO" dirty="0"/>
            </a:br>
            <a:br>
              <a:rPr lang="es-CO" dirty="0"/>
            </a:br>
            <a:r>
              <a:rPr lang="es-CO" dirty="0"/>
              <a:t>El Excel mencionado es el Excel que nos compartieron el miércoles de como ellos recolectan la información, está en este link de </a:t>
            </a:r>
            <a:r>
              <a:rPr lang="es-CO" dirty="0" err="1"/>
              <a:t>teams</a:t>
            </a:r>
            <a:r>
              <a:rPr lang="es-CO" dirty="0"/>
              <a:t>. https://planeacionnacional-my.sharepoint.com/:x:/g/personal/rigutierrez_dnp_gov_co/IQCEhkHMAJI3QKZmsZvwUTfmATPKSufc7dhHql1Gj4PQEP4?e=nFCBoH</a:t>
            </a:r>
          </a:p>
          <a:p>
            <a:endParaRPr lang="en-US" dirty="0"/>
          </a:p>
          <a:p>
            <a:r>
              <a:rPr lang="en-US" b="1" dirty="0"/>
              <a:t>El municipio </a:t>
            </a:r>
            <a:r>
              <a:rPr lang="en-US" b="1" dirty="0" err="1"/>
              <a:t>sí</a:t>
            </a:r>
            <a:r>
              <a:rPr lang="en-US" b="1" dirty="0"/>
              <a:t> </a:t>
            </a:r>
            <a:r>
              <a:rPr lang="en-US" b="1" dirty="0" err="1"/>
              <a:t>debe</a:t>
            </a:r>
            <a:r>
              <a:rPr lang="en-US" b="1" dirty="0"/>
              <a:t> </a:t>
            </a:r>
            <a:r>
              <a:rPr lang="en-US" b="1" dirty="0" err="1"/>
              <a:t>pesar</a:t>
            </a:r>
            <a:r>
              <a:rPr lang="en-US" b="1" dirty="0"/>
              <a:t>.</a:t>
            </a:r>
            <a:r>
              <a:rPr lang="en-US" dirty="0"/>
              <a:t> Si </a:t>
            </a:r>
            <a:r>
              <a:rPr lang="en-US" dirty="0" err="1"/>
              <a:t>en</a:t>
            </a:r>
            <a:r>
              <a:rPr lang="en-US" dirty="0"/>
              <a:t> Almeida y </a:t>
            </a:r>
            <a:r>
              <a:rPr lang="en-US" dirty="0" err="1"/>
              <a:t>en</a:t>
            </a:r>
            <a:r>
              <a:rPr lang="en-US" dirty="0"/>
              <a:t> Tunja </a:t>
            </a:r>
            <a:r>
              <a:rPr lang="en-US" dirty="0" err="1"/>
              <a:t>piden</a:t>
            </a:r>
            <a:r>
              <a:rPr lang="en-US" dirty="0"/>
              <a:t> «</a:t>
            </a:r>
            <a:r>
              <a:rPr lang="en-US" dirty="0" err="1"/>
              <a:t>arreglar</a:t>
            </a:r>
            <a:r>
              <a:rPr lang="en-US" dirty="0"/>
              <a:t> las </a:t>
            </a:r>
            <a:r>
              <a:rPr lang="en-US" dirty="0" err="1"/>
              <a:t>vías</a:t>
            </a:r>
            <a:r>
              <a:rPr lang="en-US" dirty="0"/>
              <a:t> </a:t>
            </a:r>
            <a:r>
              <a:rPr lang="en-US" dirty="0" err="1"/>
              <a:t>veredales</a:t>
            </a:r>
            <a:r>
              <a:rPr lang="en-US" dirty="0"/>
              <a:t>», el </a:t>
            </a:r>
            <a:r>
              <a:rPr lang="en-US" dirty="0" err="1"/>
              <a:t>texto</a:t>
            </a:r>
            <a:r>
              <a:rPr lang="en-US" dirty="0"/>
              <a:t> es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idéntico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son dos </a:t>
            </a:r>
            <a:r>
              <a:rPr lang="en-US" dirty="0" err="1"/>
              <a:t>necesidades</a:t>
            </a:r>
            <a:r>
              <a:rPr lang="en-US" dirty="0"/>
              <a:t> de dos </a:t>
            </a:r>
            <a:r>
              <a:rPr lang="en-US" dirty="0" err="1"/>
              <a:t>territorios</a:t>
            </a:r>
            <a:r>
              <a:rPr lang="en-US" dirty="0"/>
              <a:t>. Si las </a:t>
            </a:r>
            <a:r>
              <a:rPr lang="en-US" dirty="0" err="1"/>
              <a:t>marcamos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duplicadas</a:t>
            </a:r>
            <a:r>
              <a:rPr lang="en-US" dirty="0"/>
              <a:t>, uno de </a:t>
            </a:r>
            <a:r>
              <a:rPr lang="en-US" dirty="0" err="1"/>
              <a:t>los</a:t>
            </a:r>
            <a:r>
              <a:rPr lang="en-US" dirty="0"/>
              <a:t> dos municipios </a:t>
            </a:r>
            <a:r>
              <a:rPr lang="en-US" dirty="0" err="1"/>
              <a:t>desaparece</a:t>
            </a:r>
            <a:r>
              <a:rPr lang="en-US" dirty="0"/>
              <a:t> del </a:t>
            </a:r>
            <a:r>
              <a:rPr lang="en-US" dirty="0" err="1"/>
              <a:t>conteo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primer índice es el más intuitivo: se cuentan las palabras de cada texto y se mide cuántas comparten. Antes de contar se quitan las tildes y las palabras que no aportan contenido, como artículos y preposiciones; se trabaja con las palabras completas. En el ejemplo, el texto A tiene cinco palabras con contenido y el texto B tiene seis; comparten cuatro: vías, veredales, puentes y Almeida. La fórmula es el coseno entre los dos conteos: en el numerador se suman los productos de las palabras compartidas, que dan 4, y en el denominador se divide por la raíz de cinco y la raíz de seis, que corrigen por la longitud de cada texto. El resultado es 0,73. Una mejora habitual es dar más peso a las palabras poco frecuentes en el conjunto de propuestas, lo que se conoce como TF-IDF. Su limitación es que no reconoce sinónimos ni palabras mal escritas.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El índice de Jaccard compara conjuntos. Se toman las palabras de cada texto como un conjunto, sin repeticiones, y se divide el número de elementos en común entre el número total de elementos distintos. Con los textos A y B del índice anterior, A tiene cinco palabras, B tiene seis, comparten cuatro y en total hay siete distintas: el índice es 4 sobre 7, aproximadamente 0,57. La misma fórmula puede aplicarse a fragmentos de cinco letras en lugar de palabras completas; así, un error de digitación solo cambia unos pocos fragmentos y el índice se mantiene alto. En nuestra prueba, un reenvío con dos errores obtuvo 0,89. Es la técnica clásica para detectar páginas web y documentos casi idénticos. Su limitación es que no reconoce la misma idea expresada con otras palabras.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El </a:t>
            </a:r>
            <a:r>
              <a:rPr dirty="0" err="1"/>
              <a:t>tercer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</a:t>
            </a:r>
            <a:r>
              <a:rPr dirty="0" err="1"/>
              <a:t>compara</a:t>
            </a:r>
            <a:r>
              <a:rPr dirty="0"/>
              <a:t> </a:t>
            </a:r>
            <a:r>
              <a:rPr dirty="0" err="1"/>
              <a:t>significados</a:t>
            </a:r>
            <a:r>
              <a:rPr dirty="0"/>
              <a:t> y no palabras. Un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lenguaje</a:t>
            </a:r>
            <a:r>
              <a:rPr dirty="0"/>
              <a:t> lee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y lo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vector de </a:t>
            </a:r>
            <a:r>
              <a:rPr dirty="0" err="1"/>
              <a:t>números</a:t>
            </a:r>
            <a:r>
              <a:rPr dirty="0"/>
              <a:t>: </a:t>
            </a:r>
            <a:r>
              <a:rPr dirty="0" err="1"/>
              <a:t>textos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dicen</a:t>
            </a:r>
            <a:r>
              <a:rPr dirty="0"/>
              <a:t> lo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quedan</a:t>
            </a:r>
            <a:r>
              <a:rPr dirty="0"/>
              <a:t> </a:t>
            </a:r>
            <a:r>
              <a:rPr dirty="0" err="1"/>
              <a:t>representados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vectores</a:t>
            </a:r>
            <a:r>
              <a:rPr dirty="0"/>
              <a:t> </a:t>
            </a:r>
            <a:r>
              <a:rPr dirty="0" err="1"/>
              <a:t>parecidos</a:t>
            </a:r>
            <a:r>
              <a:rPr dirty="0"/>
              <a:t>. Luego se </a:t>
            </a:r>
            <a:r>
              <a:rPr dirty="0" err="1"/>
              <a:t>aplica</a:t>
            </a:r>
            <a:r>
              <a:rPr dirty="0"/>
              <a:t>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fórmula</a:t>
            </a:r>
            <a:r>
              <a:rPr dirty="0"/>
              <a:t> del </a:t>
            </a:r>
            <a:r>
              <a:rPr dirty="0" err="1"/>
              <a:t>coseno</a:t>
            </a:r>
            <a:r>
              <a:rPr dirty="0"/>
              <a:t>. En el </a:t>
            </a:r>
            <a:r>
              <a:rPr dirty="0" err="1"/>
              <a:t>ejemplo</a:t>
            </a:r>
            <a:r>
              <a:rPr dirty="0"/>
              <a:t>, «</a:t>
            </a:r>
            <a:r>
              <a:rPr dirty="0" err="1"/>
              <a:t>arreglar</a:t>
            </a:r>
            <a:r>
              <a:rPr dirty="0"/>
              <a:t> la </a:t>
            </a:r>
            <a:r>
              <a:rPr dirty="0" err="1"/>
              <a:t>carretera</a:t>
            </a:r>
            <a:r>
              <a:rPr dirty="0"/>
              <a:t> de la </a:t>
            </a:r>
            <a:r>
              <a:rPr dirty="0" err="1"/>
              <a:t>vereda</a:t>
            </a:r>
            <a:r>
              <a:rPr dirty="0"/>
              <a:t>» y «</a:t>
            </a:r>
            <a:r>
              <a:rPr dirty="0" err="1"/>
              <a:t>mejorar</a:t>
            </a:r>
            <a:r>
              <a:rPr dirty="0"/>
              <a:t> la </a:t>
            </a:r>
            <a:r>
              <a:rPr dirty="0" err="1"/>
              <a:t>vía</a:t>
            </a:r>
            <a:r>
              <a:rPr dirty="0"/>
              <a:t> rural» no </a:t>
            </a:r>
            <a:r>
              <a:rPr dirty="0" err="1"/>
              <a:t>comparten</a:t>
            </a:r>
            <a:r>
              <a:rPr dirty="0"/>
              <a:t> palabras, </a:t>
            </a:r>
            <a:r>
              <a:rPr dirty="0" err="1"/>
              <a:t>por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1 y 2 </a:t>
            </a:r>
            <a:r>
              <a:rPr dirty="0" err="1"/>
              <a:t>darían</a:t>
            </a:r>
            <a:r>
              <a:rPr dirty="0"/>
              <a:t> cero; sin embargo, sus </a:t>
            </a:r>
            <a:r>
              <a:rPr dirty="0" err="1"/>
              <a:t>vectores</a:t>
            </a:r>
            <a:r>
              <a:rPr dirty="0"/>
              <a:t> son </a:t>
            </a:r>
            <a:r>
              <a:rPr dirty="0" err="1"/>
              <a:t>muy</a:t>
            </a:r>
            <a:r>
              <a:rPr dirty="0"/>
              <a:t> </a:t>
            </a:r>
            <a:r>
              <a:rPr dirty="0" err="1"/>
              <a:t>parecidos</a:t>
            </a:r>
            <a:r>
              <a:rPr dirty="0"/>
              <a:t>. Se </a:t>
            </a:r>
            <a:r>
              <a:rPr dirty="0" err="1"/>
              <a:t>multiplican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componentes</a:t>
            </a:r>
            <a:r>
              <a:rPr dirty="0"/>
              <a:t> y se suman, lo </a:t>
            </a:r>
            <a:r>
              <a:rPr dirty="0" err="1"/>
              <a:t>que</a:t>
            </a:r>
            <a:r>
              <a:rPr dirty="0"/>
              <a:t> da 0,88; se divide </a:t>
            </a:r>
            <a:r>
              <a:rPr dirty="0" err="1"/>
              <a:t>por</a:t>
            </a:r>
            <a:r>
              <a:rPr dirty="0"/>
              <a:t> la </a:t>
            </a:r>
            <a:r>
              <a:rPr dirty="0" err="1"/>
              <a:t>longitud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vector, 0,949 y 0,943, y el </a:t>
            </a:r>
            <a:r>
              <a:rPr dirty="0" err="1"/>
              <a:t>resultado</a:t>
            </a:r>
            <a:r>
              <a:rPr dirty="0"/>
              <a:t> es 0,98. Los </a:t>
            </a:r>
            <a:r>
              <a:rPr dirty="0" err="1"/>
              <a:t>vectores</a:t>
            </a:r>
            <a:r>
              <a:rPr dirty="0"/>
              <a:t> del </a:t>
            </a:r>
            <a:r>
              <a:rPr dirty="0" err="1"/>
              <a:t>ejemplo</a:t>
            </a:r>
            <a:r>
              <a:rPr dirty="0"/>
              <a:t> son </a:t>
            </a:r>
            <a:r>
              <a:rPr dirty="0" err="1"/>
              <a:t>ilustrativos</a:t>
            </a:r>
            <a:r>
              <a:rPr dirty="0"/>
              <a:t>, de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números</a:t>
            </a:r>
            <a:r>
              <a:rPr dirty="0"/>
              <a:t>; un </a:t>
            </a:r>
            <a:r>
              <a:rPr dirty="0" err="1"/>
              <a:t>modelo</a:t>
            </a:r>
            <a:r>
              <a:rPr dirty="0"/>
              <a:t> real </a:t>
            </a:r>
            <a:r>
              <a:rPr dirty="0" err="1"/>
              <a:t>usa</a:t>
            </a:r>
            <a:r>
              <a:rPr dirty="0"/>
              <a:t> 384. Este </a:t>
            </a:r>
            <a:r>
              <a:rPr dirty="0" err="1"/>
              <a:t>enfoque</a:t>
            </a:r>
            <a:r>
              <a:rPr dirty="0"/>
              <a:t> es el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propuso</a:t>
            </a:r>
            <a:r>
              <a:rPr dirty="0"/>
              <a:t> el CDO Council del </a:t>
            </a:r>
            <a:r>
              <a:rPr dirty="0" err="1"/>
              <a:t>Gobierno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 Unidos para </a:t>
            </a:r>
            <a:r>
              <a:rPr dirty="0" err="1"/>
              <a:t>agrupar</a:t>
            </a:r>
            <a:r>
              <a:rPr dirty="0"/>
              <a:t> </a:t>
            </a:r>
            <a:r>
              <a:rPr dirty="0" err="1"/>
              <a:t>comentarios</a:t>
            </a:r>
            <a:r>
              <a:rPr dirty="0"/>
              <a:t> </a:t>
            </a:r>
            <a:r>
              <a:rPr dirty="0" err="1"/>
              <a:t>ciudadanos</a:t>
            </a:r>
            <a:r>
              <a:rPr dirty="0"/>
              <a:t> con la </a:t>
            </a:r>
            <a:r>
              <a:rPr dirty="0" err="1"/>
              <a:t>misma</a:t>
            </a:r>
            <a:r>
              <a:rPr dirty="0"/>
              <a:t> idea. Debe </a:t>
            </a:r>
            <a:r>
              <a:rPr dirty="0" err="1"/>
              <a:t>ejecutarse</a:t>
            </a:r>
            <a:r>
              <a:rPr dirty="0"/>
              <a:t> con un </a:t>
            </a:r>
            <a:r>
              <a:rPr dirty="0" err="1"/>
              <a:t>modelo</a:t>
            </a:r>
            <a:r>
              <a:rPr dirty="0"/>
              <a:t> </a:t>
            </a:r>
            <a:r>
              <a:rPr dirty="0" err="1"/>
              <a:t>abierto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la </a:t>
            </a:r>
            <a:r>
              <a:rPr dirty="0" err="1"/>
              <a:t>entidad</a:t>
            </a:r>
            <a:r>
              <a:rPr dirty="0"/>
              <a:t> para no </a:t>
            </a:r>
            <a:r>
              <a:rPr dirty="0" err="1"/>
              <a:t>enviar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textos</a:t>
            </a:r>
            <a:r>
              <a:rPr dirty="0"/>
              <a:t> de la </a:t>
            </a:r>
            <a:r>
              <a:rPr dirty="0" err="1"/>
              <a:t>ciudadanía</a:t>
            </a:r>
            <a:r>
              <a:rPr dirty="0"/>
              <a:t> a </a:t>
            </a:r>
            <a:r>
              <a:rPr dirty="0" err="1"/>
              <a:t>servicios</a:t>
            </a:r>
            <a:r>
              <a:rPr dirty="0"/>
              <a:t> </a:t>
            </a:r>
            <a:r>
              <a:rPr dirty="0" err="1"/>
              <a:t>externos</a:t>
            </a:r>
            <a:r>
              <a:rPr dirty="0"/>
              <a:t>.</a:t>
            </a:r>
            <a:endParaRPr lang="es-CO" dirty="0"/>
          </a:p>
          <a:p>
            <a:endParaRPr lang="en-US"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propuestas</a:t>
            </a:r>
            <a:r>
              <a:rPr dirty="0"/>
              <a:t> entre </a:t>
            </a:r>
            <a:r>
              <a:rPr dirty="0" err="1"/>
              <a:t>sí</a:t>
            </a:r>
            <a:r>
              <a:rPr dirty="0"/>
              <a:t> es un </a:t>
            </a:r>
            <a:r>
              <a:rPr dirty="0" err="1"/>
              <a:t>problema</a:t>
            </a:r>
            <a:r>
              <a:rPr dirty="0"/>
              <a:t> de </a:t>
            </a:r>
            <a:r>
              <a:rPr dirty="0" err="1"/>
              <a:t>combinatoria</a:t>
            </a:r>
            <a:r>
              <a:rPr dirty="0"/>
              <a:t>: el </a:t>
            </a:r>
            <a:r>
              <a:rPr dirty="0" err="1"/>
              <a:t>número</a:t>
            </a:r>
            <a:r>
              <a:rPr dirty="0"/>
              <a:t> de parejas </a:t>
            </a:r>
            <a:r>
              <a:rPr dirty="0" err="1"/>
              <a:t>posibles</a:t>
            </a:r>
            <a:r>
              <a:rPr dirty="0"/>
              <a:t> entre n </a:t>
            </a:r>
            <a:r>
              <a:rPr dirty="0" err="1"/>
              <a:t>propuestas</a:t>
            </a:r>
            <a:r>
              <a:rPr dirty="0"/>
              <a:t> es la </a:t>
            </a:r>
            <a:r>
              <a:rPr dirty="0" err="1"/>
              <a:t>combinación</a:t>
            </a:r>
            <a:r>
              <a:rPr dirty="0"/>
              <a:t> de n </a:t>
            </a:r>
            <a:r>
              <a:rPr dirty="0" err="1"/>
              <a:t>en</a:t>
            </a:r>
            <a:r>
              <a:rPr dirty="0"/>
              <a:t> 2, es </a:t>
            </a:r>
            <a:r>
              <a:rPr dirty="0" err="1"/>
              <a:t>decir</a:t>
            </a:r>
            <a:r>
              <a:rPr dirty="0"/>
              <a:t>, n </a:t>
            </a:r>
            <a:r>
              <a:rPr dirty="0" err="1"/>
              <a:t>por</a:t>
            </a:r>
            <a:r>
              <a:rPr dirty="0"/>
              <a:t> n </a:t>
            </a:r>
            <a:r>
              <a:rPr dirty="0" err="1"/>
              <a:t>menos</a:t>
            </a:r>
            <a:r>
              <a:rPr dirty="0"/>
              <a:t> uno, </a:t>
            </a:r>
            <a:r>
              <a:rPr dirty="0" err="1"/>
              <a:t>dividido</a:t>
            </a:r>
            <a:r>
              <a:rPr dirty="0"/>
              <a:t> entre dos. Con </a:t>
            </a:r>
            <a:r>
              <a:rPr dirty="0" err="1"/>
              <a:t>cinco</a:t>
            </a:r>
            <a:r>
              <a:rPr dirty="0"/>
              <a:t> </a:t>
            </a:r>
            <a:r>
              <a:rPr dirty="0" err="1"/>
              <a:t>propuestas</a:t>
            </a:r>
            <a:r>
              <a:rPr dirty="0"/>
              <a:t> son </a:t>
            </a:r>
            <a:r>
              <a:rPr dirty="0" err="1"/>
              <a:t>diez</a:t>
            </a:r>
            <a:r>
              <a:rPr dirty="0"/>
              <a:t> parejas,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el </a:t>
            </a:r>
            <a:r>
              <a:rPr dirty="0" err="1"/>
              <a:t>grafo</a:t>
            </a:r>
            <a:r>
              <a:rPr dirty="0"/>
              <a:t>. Como </a:t>
            </a:r>
            <a:r>
              <a:rPr dirty="0" err="1"/>
              <a:t>ejemplo</a:t>
            </a:r>
            <a:r>
              <a:rPr dirty="0"/>
              <a:t>, </a:t>
            </a:r>
            <a:r>
              <a:rPr dirty="0" err="1"/>
              <a:t>si</a:t>
            </a:r>
            <a:r>
              <a:rPr dirty="0"/>
              <a:t> se </a:t>
            </a:r>
            <a:r>
              <a:rPr dirty="0" err="1"/>
              <a:t>fija</a:t>
            </a:r>
            <a:r>
              <a:rPr dirty="0"/>
              <a:t> un </a:t>
            </a:r>
            <a:r>
              <a:rPr dirty="0" err="1"/>
              <a:t>límite</a:t>
            </a:r>
            <a:r>
              <a:rPr dirty="0"/>
              <a:t> de 1.000 </a:t>
            </a:r>
            <a:r>
              <a:rPr dirty="0" err="1"/>
              <a:t>caracteres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, </a:t>
            </a:r>
            <a:r>
              <a:rPr dirty="0" err="1"/>
              <a:t>unas</a:t>
            </a:r>
            <a:r>
              <a:rPr dirty="0"/>
              <a:t> 150 palabras, y se </a:t>
            </a:r>
            <a:r>
              <a:rPr dirty="0" err="1"/>
              <a:t>reciben</a:t>
            </a:r>
            <a:r>
              <a:rPr dirty="0"/>
              <a:t> 1.000 </a:t>
            </a:r>
            <a:r>
              <a:rPr dirty="0" err="1"/>
              <a:t>propuestas</a:t>
            </a:r>
            <a:r>
              <a:rPr dirty="0"/>
              <a:t>, hay 499.500 parejas. El </a:t>
            </a:r>
            <a:r>
              <a:rPr dirty="0" err="1"/>
              <a:t>conteo</a:t>
            </a:r>
            <a:r>
              <a:rPr dirty="0"/>
              <a:t> de palabras </a:t>
            </a:r>
            <a:r>
              <a:rPr dirty="0" err="1"/>
              <a:t>requiere</a:t>
            </a:r>
            <a:r>
              <a:rPr dirty="0"/>
              <a:t> del </a:t>
            </a:r>
            <a:r>
              <a:rPr dirty="0" err="1"/>
              <a:t>orden</a:t>
            </a:r>
            <a:r>
              <a:rPr dirty="0"/>
              <a:t> de 150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operaciones</a:t>
            </a:r>
            <a:r>
              <a:rPr dirty="0"/>
              <a:t>; el </a:t>
            </a:r>
            <a:r>
              <a:rPr dirty="0" err="1"/>
              <a:t>índice</a:t>
            </a:r>
            <a:r>
              <a:rPr dirty="0"/>
              <a:t> de Jaccard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fragmentos</a:t>
            </a:r>
            <a:r>
              <a:rPr dirty="0"/>
              <a:t>, del </a:t>
            </a:r>
            <a:r>
              <a:rPr dirty="0" err="1"/>
              <a:t>orden</a:t>
            </a:r>
            <a:r>
              <a:rPr dirty="0"/>
              <a:t> de mil </a:t>
            </a:r>
            <a:r>
              <a:rPr dirty="0" err="1"/>
              <a:t>millones</a:t>
            </a:r>
            <a:r>
              <a:rPr dirty="0"/>
              <a:t>; y el </a:t>
            </a:r>
            <a:r>
              <a:rPr dirty="0" err="1"/>
              <a:t>coseno</a:t>
            </a:r>
            <a:r>
              <a:rPr dirty="0"/>
              <a:t> </a:t>
            </a:r>
            <a:r>
              <a:rPr dirty="0" err="1"/>
              <a:t>semántico</a:t>
            </a:r>
            <a:r>
              <a:rPr dirty="0"/>
              <a:t>, </a:t>
            </a:r>
            <a:r>
              <a:rPr dirty="0" err="1"/>
              <a:t>unos</a:t>
            </a:r>
            <a:r>
              <a:rPr dirty="0"/>
              <a:t> 190 </a:t>
            </a:r>
            <a:r>
              <a:rPr dirty="0" err="1"/>
              <a:t>millones</a:t>
            </a:r>
            <a:r>
              <a:rPr dirty="0"/>
              <a:t> de </a:t>
            </a:r>
            <a:r>
              <a:rPr dirty="0" err="1"/>
              <a:t>multiplicaciones</a:t>
            </a:r>
            <a:r>
              <a:rPr dirty="0"/>
              <a:t>, </a:t>
            </a:r>
            <a:r>
              <a:rPr dirty="0" err="1"/>
              <a:t>además</a:t>
            </a:r>
            <a:r>
              <a:rPr dirty="0"/>
              <a:t> de 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vez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vector. La </a:t>
            </a:r>
            <a:r>
              <a:rPr dirty="0" err="1"/>
              <a:t>matriz</a:t>
            </a:r>
            <a:r>
              <a:rPr dirty="0"/>
              <a:t> completa </a:t>
            </a:r>
            <a:r>
              <a:rPr dirty="0" err="1"/>
              <a:t>tiene</a:t>
            </a:r>
            <a:r>
              <a:rPr dirty="0"/>
              <a:t> un </a:t>
            </a:r>
            <a:r>
              <a:rPr dirty="0" err="1"/>
              <a:t>millón</a:t>
            </a:r>
            <a:r>
              <a:rPr dirty="0"/>
              <a:t> de </a:t>
            </a:r>
            <a:r>
              <a:rPr dirty="0" err="1"/>
              <a:t>celdas</a:t>
            </a:r>
            <a:r>
              <a:rPr dirty="0"/>
              <a:t> y </a:t>
            </a:r>
            <a:r>
              <a:rPr dirty="0" err="1"/>
              <a:t>ocupa</a:t>
            </a:r>
            <a:r>
              <a:rPr dirty="0"/>
              <a:t> </a:t>
            </a:r>
            <a:r>
              <a:rPr dirty="0" err="1"/>
              <a:t>unos</a:t>
            </a:r>
            <a:r>
              <a:rPr dirty="0"/>
              <a:t> 4 megabytes, algo </a:t>
            </a:r>
            <a:r>
              <a:rPr dirty="0" err="1"/>
              <a:t>manejable</a:t>
            </a:r>
            <a:r>
              <a:rPr dirty="0"/>
              <a:t>. El </a:t>
            </a:r>
            <a:r>
              <a:rPr dirty="0" err="1"/>
              <a:t>reto</a:t>
            </a:r>
            <a:r>
              <a:rPr dirty="0"/>
              <a:t> </a:t>
            </a:r>
            <a:r>
              <a:rPr dirty="0" err="1"/>
              <a:t>aparece</a:t>
            </a:r>
            <a:r>
              <a:rPr dirty="0"/>
              <a:t> al </a:t>
            </a:r>
            <a:r>
              <a:rPr dirty="0" err="1"/>
              <a:t>crecer</a:t>
            </a:r>
            <a:r>
              <a:rPr dirty="0"/>
              <a:t>: el </a:t>
            </a:r>
            <a:r>
              <a:rPr dirty="0" err="1"/>
              <a:t>número</a:t>
            </a:r>
            <a:r>
              <a:rPr dirty="0"/>
              <a:t> de parejas </a:t>
            </a:r>
            <a:r>
              <a:rPr dirty="0" err="1"/>
              <a:t>aumenta</a:t>
            </a:r>
            <a:r>
              <a:rPr dirty="0"/>
              <a:t> con el </a:t>
            </a:r>
            <a:r>
              <a:rPr dirty="0" err="1"/>
              <a:t>cuadrado</a:t>
            </a:r>
            <a:r>
              <a:rPr dirty="0"/>
              <a:t> de n, de modo </a:t>
            </a:r>
            <a:r>
              <a:rPr dirty="0" err="1"/>
              <a:t>que</a:t>
            </a:r>
            <a:r>
              <a:rPr dirty="0"/>
              <a:t> con 10.000 </a:t>
            </a:r>
            <a:r>
              <a:rPr dirty="0" err="1"/>
              <a:t>propuestas</a:t>
            </a:r>
            <a:r>
              <a:rPr dirty="0"/>
              <a:t> se </a:t>
            </a:r>
            <a:r>
              <a:rPr dirty="0" err="1"/>
              <a:t>multiplica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100. Por </a:t>
            </a:r>
            <a:r>
              <a:rPr dirty="0" err="1"/>
              <a:t>eso</a:t>
            </a:r>
            <a:r>
              <a:rPr dirty="0"/>
              <a:t> se propone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 </a:t>
            </a:r>
            <a:r>
              <a:rPr dirty="0" err="1"/>
              <a:t>bloques</a:t>
            </a:r>
            <a:r>
              <a:rPr dirty="0"/>
              <a:t> y solo con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vecinos</a:t>
            </a:r>
            <a:r>
              <a:rPr dirty="0"/>
              <a:t> </a:t>
            </a:r>
            <a:r>
              <a:rPr dirty="0" err="1"/>
              <a:t>más</a:t>
            </a:r>
            <a:r>
              <a:rPr dirty="0"/>
              <a:t> </a:t>
            </a:r>
            <a:r>
              <a:rPr dirty="0" err="1"/>
              <a:t>cercanos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propuesta</a:t>
            </a:r>
            <a:r>
              <a:rPr dirty="0"/>
              <a:t>.</a:t>
            </a:r>
            <a:endParaRPr lang="es-CO" dirty="0"/>
          </a:p>
          <a:p>
            <a:endParaRPr lang="en-US" dirty="0"/>
          </a:p>
          <a:p>
            <a:r>
              <a:rPr lang="en-US" dirty="0" err="1"/>
              <a:t>Nótese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digo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propuesta</a:t>
            </a:r>
            <a:r>
              <a:rPr lang="en-US" dirty="0"/>
              <a:t> no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formulario</a:t>
            </a:r>
            <a:r>
              <a:rPr lang="en-US" dirty="0"/>
              <a:t>, </a:t>
            </a:r>
            <a:r>
              <a:rPr lang="en-US" dirty="0" err="1"/>
              <a:t>porque</a:t>
            </a:r>
            <a:r>
              <a:rPr lang="en-US" dirty="0"/>
              <a:t> un </a:t>
            </a:r>
            <a:r>
              <a:rPr lang="en-US" dirty="0" err="1"/>
              <a:t>formulario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traer</a:t>
            </a:r>
            <a:r>
              <a:rPr lang="en-US" dirty="0"/>
              <a:t> </a:t>
            </a:r>
            <a:r>
              <a:rPr lang="en-US" dirty="0" err="1"/>
              <a:t>muchas</a:t>
            </a:r>
            <a:r>
              <a:rPr lang="en-US" dirty="0"/>
              <a:t> </a:t>
            </a:r>
            <a:r>
              <a:rPr lang="en-US" dirty="0" err="1"/>
              <a:t>propuestas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s-CO" dirty="0"/>
              <a:t>Acá propongo o tomar uno solo, para hacerlo más fácil, o tomar los 3 o 2. Todo depende de las consideraciones de computo, ya que como serán miles de formularios por varias propuestas, siempre se trata de buen computo. </a:t>
            </a:r>
            <a:endParaRPr lang="en-US" dirty="0"/>
          </a:p>
          <a:p>
            <a:endParaRPr lang="en-US" dirty="0"/>
          </a:p>
          <a:p>
            <a:r>
              <a:rPr dirty="0"/>
              <a:t>La </a:t>
            </a:r>
            <a:r>
              <a:rPr dirty="0" err="1"/>
              <a:t>propuesta</a:t>
            </a:r>
            <a:r>
              <a:rPr dirty="0"/>
              <a:t> de </a:t>
            </a:r>
            <a:r>
              <a:rPr dirty="0" err="1"/>
              <a:t>solución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pasos. Primero, </a:t>
            </a:r>
            <a:r>
              <a:rPr dirty="0" err="1"/>
              <a:t>combinar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tres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uno solo </a:t>
            </a:r>
            <a:r>
              <a:rPr dirty="0" err="1"/>
              <a:t>mediante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combinación</a:t>
            </a:r>
            <a:r>
              <a:rPr dirty="0"/>
              <a:t> lineal con pesos </a:t>
            </a:r>
            <a:r>
              <a:rPr dirty="0" err="1"/>
              <a:t>que</a:t>
            </a:r>
            <a:r>
              <a:rPr dirty="0"/>
              <a:t> suman uno; </a:t>
            </a:r>
            <a:r>
              <a:rPr dirty="0" err="1"/>
              <a:t>así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índice</a:t>
            </a:r>
            <a:r>
              <a:rPr dirty="0"/>
              <a:t> </a:t>
            </a:r>
            <a:r>
              <a:rPr dirty="0" err="1"/>
              <a:t>aporta</a:t>
            </a:r>
            <a:r>
              <a:rPr dirty="0"/>
              <a:t> lo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mejor</a:t>
            </a:r>
            <a:r>
              <a:rPr dirty="0"/>
              <a:t> </a:t>
            </a:r>
            <a:r>
              <a:rPr dirty="0" err="1"/>
              <a:t>detecta</a:t>
            </a:r>
            <a:r>
              <a:rPr dirty="0"/>
              <a:t>. Segundo, </a:t>
            </a:r>
            <a:r>
              <a:rPr dirty="0" err="1"/>
              <a:t>construir</a:t>
            </a:r>
            <a:r>
              <a:rPr dirty="0"/>
              <a:t> la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similitud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tabla</a:t>
            </a:r>
            <a:r>
              <a:rPr dirty="0"/>
              <a:t> de n </a:t>
            </a:r>
            <a:r>
              <a:rPr dirty="0" err="1"/>
              <a:t>por</a:t>
            </a:r>
            <a:r>
              <a:rPr dirty="0"/>
              <a:t> n </a:t>
            </a:r>
            <a:r>
              <a:rPr dirty="0" err="1"/>
              <a:t>en</a:t>
            </a:r>
            <a:r>
              <a:rPr dirty="0"/>
              <a:t> la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celda</a:t>
            </a:r>
            <a:r>
              <a:rPr dirty="0"/>
              <a:t> indica </a:t>
            </a:r>
            <a:r>
              <a:rPr dirty="0" err="1"/>
              <a:t>qué</a:t>
            </a:r>
            <a:r>
              <a:rPr dirty="0"/>
              <a:t> tan </a:t>
            </a:r>
            <a:r>
              <a:rPr dirty="0" err="1"/>
              <a:t>parecidas</a:t>
            </a:r>
            <a:r>
              <a:rPr dirty="0"/>
              <a:t> son dos </a:t>
            </a:r>
            <a:r>
              <a:rPr dirty="0" err="1"/>
              <a:t>propuestas</a:t>
            </a:r>
            <a:r>
              <a:rPr dirty="0"/>
              <a:t>, de forma </a:t>
            </a:r>
            <a:r>
              <a:rPr dirty="0" err="1"/>
              <a:t>análoga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matriz</a:t>
            </a:r>
            <a:r>
              <a:rPr dirty="0"/>
              <a:t> de </a:t>
            </a:r>
            <a:r>
              <a:rPr dirty="0" err="1"/>
              <a:t>correlaciones</a:t>
            </a:r>
            <a:r>
              <a:rPr dirty="0"/>
              <a:t>. Tercero, </a:t>
            </a:r>
            <a:r>
              <a:rPr dirty="0" err="1"/>
              <a:t>marcar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duplicadas</a:t>
            </a:r>
            <a:r>
              <a:rPr dirty="0"/>
              <a:t> las parejas </a:t>
            </a:r>
            <a:r>
              <a:rPr dirty="0" err="1"/>
              <a:t>cuyo</a:t>
            </a:r>
            <a:r>
              <a:rPr dirty="0"/>
              <a:t> valor </a:t>
            </a:r>
            <a:r>
              <a:rPr dirty="0" err="1"/>
              <a:t>supere</a:t>
            </a:r>
            <a:r>
              <a:rPr dirty="0"/>
              <a:t> un umbral. La </a:t>
            </a:r>
            <a:r>
              <a:rPr dirty="0" err="1"/>
              <a:t>matriz</a:t>
            </a:r>
            <a:r>
              <a:rPr dirty="0"/>
              <a:t> del </a:t>
            </a:r>
            <a:r>
              <a:rPr dirty="0" err="1"/>
              <a:t>ejemplo</a:t>
            </a:r>
            <a:r>
              <a:rPr dirty="0"/>
              <a:t> </a:t>
            </a:r>
            <a:r>
              <a:rPr dirty="0" err="1"/>
              <a:t>usa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índices</a:t>
            </a:r>
            <a:r>
              <a:rPr dirty="0"/>
              <a:t> 1 y 2 con el </a:t>
            </a:r>
            <a:r>
              <a:rPr dirty="0" err="1"/>
              <a:t>mismo</a:t>
            </a:r>
            <a:r>
              <a:rPr dirty="0"/>
              <a:t> peso, </a:t>
            </a:r>
            <a:r>
              <a:rPr dirty="0" err="1"/>
              <a:t>porque</a:t>
            </a:r>
            <a:r>
              <a:rPr dirty="0"/>
              <a:t> el </a:t>
            </a:r>
            <a:r>
              <a:rPr dirty="0" err="1"/>
              <a:t>semántico</a:t>
            </a:r>
            <a:r>
              <a:rPr dirty="0"/>
              <a:t> </a:t>
            </a:r>
            <a:r>
              <a:rPr dirty="0" err="1"/>
              <a:t>aún</a:t>
            </a:r>
            <a:r>
              <a:rPr dirty="0"/>
              <a:t> no se ha </a:t>
            </a:r>
            <a:r>
              <a:rPr dirty="0" err="1"/>
              <a:t>calculado</a:t>
            </a:r>
            <a:r>
              <a:rPr dirty="0"/>
              <a:t>: con un umbral de 0,6, solo el </a:t>
            </a:r>
            <a:r>
              <a:rPr dirty="0" err="1"/>
              <a:t>reenvío</a:t>
            </a:r>
            <a:r>
              <a:rPr dirty="0"/>
              <a:t> con </a:t>
            </a:r>
            <a:r>
              <a:rPr dirty="0" err="1"/>
              <a:t>errores</a:t>
            </a:r>
            <a:r>
              <a:rPr dirty="0"/>
              <a:t>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marcado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duplicado</a:t>
            </a:r>
            <a:r>
              <a:rPr dirty="0"/>
              <a:t>. Los pesos y el umbral se </a:t>
            </a:r>
            <a:r>
              <a:rPr dirty="0" err="1"/>
              <a:t>ajustan</a:t>
            </a:r>
            <a:r>
              <a:rPr dirty="0"/>
              <a:t> </a:t>
            </a:r>
            <a:r>
              <a:rPr dirty="0" err="1"/>
              <a:t>revisando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de parejas. Esta </a:t>
            </a:r>
            <a:r>
              <a:rPr dirty="0" err="1"/>
              <a:t>práctica</a:t>
            </a:r>
            <a:r>
              <a:rPr dirty="0"/>
              <a:t>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antecedentes</a:t>
            </a:r>
            <a:r>
              <a:rPr dirty="0"/>
              <a:t>: Pew Research Center </a:t>
            </a:r>
            <a:r>
              <a:rPr dirty="0" err="1"/>
              <a:t>usó</a:t>
            </a:r>
            <a:r>
              <a:rPr dirty="0"/>
              <a:t> un </a:t>
            </a:r>
            <a:r>
              <a:rPr dirty="0" err="1"/>
              <a:t>coseno</a:t>
            </a:r>
            <a:r>
              <a:rPr dirty="0"/>
              <a:t> de 0,95 o </a:t>
            </a:r>
            <a:r>
              <a:rPr dirty="0" err="1"/>
              <a:t>más</a:t>
            </a:r>
            <a:r>
              <a:rPr dirty="0"/>
              <a:t> para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comentarios</a:t>
            </a:r>
            <a:r>
              <a:rPr dirty="0"/>
              <a:t> </a:t>
            </a:r>
            <a:r>
              <a:rPr dirty="0" err="1"/>
              <a:t>repetidos</a:t>
            </a:r>
            <a:r>
              <a:rPr dirty="0"/>
              <a:t> entre 21,7 </a:t>
            </a:r>
            <a:r>
              <a:rPr dirty="0" err="1"/>
              <a:t>millones</a:t>
            </a:r>
            <a:r>
              <a:rPr dirty="0"/>
              <a:t> </a:t>
            </a:r>
            <a:r>
              <a:rPr dirty="0" err="1"/>
              <a:t>enviados</a:t>
            </a:r>
            <a:r>
              <a:rPr dirty="0"/>
              <a:t> a la Comisión Federal de Comunicaciones de </a:t>
            </a:r>
            <a:r>
              <a:rPr dirty="0" err="1"/>
              <a:t>Estados</a:t>
            </a:r>
            <a:r>
              <a:rPr dirty="0"/>
              <a:t> Unidos, y el CDO Council del </a:t>
            </a:r>
            <a:r>
              <a:rPr dirty="0" err="1"/>
              <a:t>Gobierno</a:t>
            </a:r>
            <a:r>
              <a:rPr dirty="0"/>
              <a:t> de </a:t>
            </a:r>
            <a:r>
              <a:rPr dirty="0" err="1"/>
              <a:t>Estados</a:t>
            </a:r>
            <a:r>
              <a:rPr dirty="0"/>
              <a:t> Unidos </a:t>
            </a:r>
            <a:r>
              <a:rPr dirty="0" err="1"/>
              <a:t>propuso</a:t>
            </a:r>
            <a:r>
              <a:rPr dirty="0"/>
              <a:t> la </a:t>
            </a:r>
            <a:r>
              <a:rPr dirty="0" err="1"/>
              <a:t>similitud</a:t>
            </a:r>
            <a:r>
              <a:rPr dirty="0"/>
              <a:t> </a:t>
            </a:r>
            <a:r>
              <a:rPr dirty="0" err="1"/>
              <a:t>semántica</a:t>
            </a:r>
            <a:r>
              <a:rPr dirty="0"/>
              <a:t> con un umbral superior a 0,85 para </a:t>
            </a:r>
            <a:r>
              <a:rPr dirty="0" err="1"/>
              <a:t>agrupar</a:t>
            </a:r>
            <a:r>
              <a:rPr dirty="0"/>
              <a:t> </a:t>
            </a:r>
            <a:r>
              <a:rPr dirty="0" err="1"/>
              <a:t>comentarios</a:t>
            </a:r>
            <a:r>
              <a:rPr dirty="0"/>
              <a:t> </a:t>
            </a:r>
            <a:r>
              <a:rPr dirty="0" err="1"/>
              <a:t>ciudadanos</a:t>
            </a:r>
            <a:r>
              <a:rPr dirty="0"/>
              <a:t>. </a:t>
            </a:r>
            <a:r>
              <a:rPr dirty="0" err="1"/>
              <a:t>Referencias</a:t>
            </a:r>
            <a:r>
              <a:rPr dirty="0"/>
              <a:t>: Pew Research Center (2017), https://www.pewresearch.org/?p=93479 ; CDO Council (2021), https://resources.data.gov/assets/documents/CDOC_Recommendations_Report_Comment_Analysis_FINAL.pdf ; Manning, Raghavan y Schütze (2008), https://www-nlp.stanford.edu/IR-book/html/htmledition/near-duplicates-and-shingling-1.html ; Broder (1997), https://www.cs.princeton.edu/courses/archive/spring13/cos598C/broder97resemblance.pdf ; Reimers y </a:t>
            </a:r>
            <a:r>
              <a:rPr dirty="0" err="1"/>
              <a:t>Gurevych</a:t>
            </a:r>
            <a:r>
              <a:rPr dirty="0"/>
              <a:t> (2019), https://arxiv.org/abs/1908.10084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469044-3631-1BEC-B126-C1F83350C9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325BA9-850C-180C-0285-E285308239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9DFF89-90F3-9D23-36F4-2C0C2ED9A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44DA66-69E2-BEA1-4322-4F03304BC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8346CF-AE2D-FC95-CAA4-05DB710A3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157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7779C3-3657-E33D-0B00-A7BA0AFB8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71B04-328F-401E-CDFE-0B886DDB25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7C13D5-756E-F768-135E-EBFB6C1B0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1FD17C-5FD8-74CC-7488-EFAB46F3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D74163-8E00-E918-15D0-2FF2C728D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0728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31B3B0-E7BF-8910-C09B-19CA2D708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F5DB5D9-B394-18D5-8BB6-E229CDC71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7BCED1-1BBD-2E45-82AD-833091717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CD9A7DB-DBAD-69F0-2566-3D722BAFF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E3B2A8-BF7D-0285-BB96-2C052F68B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171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4A0434-4C1A-D1D6-8E38-34345172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46C185-ED94-1867-80B3-75E65F185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C9EB101-928A-E428-0FA2-99C5C9607A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9FD509-79D9-C99E-3672-2DC77C6BE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C3EFD8-FBCA-7C67-1287-E3369BB0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F986927-F867-F40E-45AC-357DD2949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83340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DB4565-EF8C-2824-9C2E-26CD136C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E24E3A-3794-3664-E305-836B67B87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393DACF-7BC1-F238-2F5B-4C7054661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233BC96-7924-7A58-7A39-DAE29D14AE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AEDFB1E-EC19-1348-89B3-1C8A594D83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BC6C9D3-C12F-F341-8A88-FE646DE9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3C7B3D1-9F30-EC6E-6C1C-A4E0FFDF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0C9A98C-D3C5-EB83-0E3C-189C41D7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9792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A3875-1C4D-CECC-CBB2-32C7176EB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9FC0419-F0F3-ACFA-79E6-F538B0BA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544B51E-4494-E444-F62D-BEC6509CA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396AF1-317E-A961-EBF0-FA0F9C4E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0869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E067C74-797F-3EAC-808D-E3FB195EF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ED95F0D-B3C4-8F49-8410-99E75FD3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D57B50-1FF8-909B-08B6-801230C17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412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A1C651-6F76-A303-C6F1-60540CB90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311A695-D2A2-BBCA-3EC2-5C064258A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6454529-1331-2D4B-D36D-E3924FC4F6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EF5652-BAA0-737F-FA85-B1742EA72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946A5C5-2D2D-DD85-9C15-2EC65EFE1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101F62-DE8F-1BA5-A042-3422E3C6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9486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F1D5DD-EE3F-890E-916E-A9B057932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B00D8D2-A4F8-9AB1-183F-F530765FE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A2A24BC-5740-4B25-BC96-E787D5146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D5304B8-DAB3-AC6A-87CB-A20135E58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D312C66-DE96-C7EE-427F-B7470E35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FA68E2-EF48-2729-FDF4-4FA4F718B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5704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B9CF0-F697-FEBC-5A3A-FF96A36B7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3CD65D3-E305-DEE4-1155-4D6661710B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E70A5F-38B1-21C4-38C6-975AC1B11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44D41-386A-5BA2-8263-426D8BCF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05E694A-E0E0-E473-DE21-356CADEDF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433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97373A-6705-3AA0-4D47-A7742BF9A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25B2AF-021D-8916-DCDF-7B6FFCE44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BA3576-EBA8-E034-2ADA-D67224CA3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E6980F-64E7-1A8F-3049-F0A18FEE0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5F8DB78-16B8-9DC8-7BBE-1DCB06BC7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761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BC8668-3CC0-6F0A-36D7-E35EB6E11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15492C5-D4A6-FFAB-83E8-FF89AE06C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223FF0D-DF21-B434-1D47-2D7185205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F50C42-FD71-40E3-BCEF-9F42CD09F389}" type="datetimeFigureOut">
              <a:rPr lang="es-CO" smtClean="0"/>
              <a:t>16/10/2026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F4306-77BD-81A5-461A-9D047291A2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B220A6-52AA-9F71-EBF5-D97ABCA196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C78A8B-A283-4FB1-A44F-9715855EE034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13254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8.sv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B1030E-11A2-A2F9-CA9B-C512CB4CB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ángulo 11">
            <a:extLst>
              <a:ext uri="{FF2B5EF4-FFF2-40B4-BE49-F238E27FC236}">
                <a16:creationId xmlns:a16="http://schemas.microsoft.com/office/drawing/2014/main" id="{21547EE3-1A61-4B5E-A147-84F0E481863A}"/>
              </a:ext>
            </a:extLst>
          </p:cNvPr>
          <p:cNvSpPr/>
          <p:nvPr/>
        </p:nvSpPr>
        <p:spPr>
          <a:xfrm>
            <a:off x="5009715" y="2979015"/>
            <a:ext cx="7033629" cy="287109"/>
          </a:xfrm>
          <a:prstGeom prst="rect">
            <a:avLst/>
          </a:prstGeom>
          <a:solidFill>
            <a:srgbClr val="FE18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7702BC0-4AA2-4705-B371-4F5F7AA9555C}"/>
              </a:ext>
            </a:extLst>
          </p:cNvPr>
          <p:cNvSpPr txBox="1"/>
          <p:nvPr/>
        </p:nvSpPr>
        <p:spPr>
          <a:xfrm>
            <a:off x="3004457" y="1065599"/>
            <a:ext cx="8981404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Detección de propuestas ciudadanas duplicadas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4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098433E-8DD3-4759-8E32-C8D7D236CF21}"/>
              </a:ext>
            </a:extLst>
          </p:cNvPr>
          <p:cNvSpPr txBox="1"/>
          <p:nvPr/>
        </p:nvSpPr>
        <p:spPr>
          <a:xfrm>
            <a:off x="6096000" y="3337639"/>
            <a:ext cx="51550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Tres índices de similitud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2B1E453-67CB-4394-BCA6-CB0E0ACD8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8776" y="3840658"/>
            <a:ext cx="3721441" cy="120602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79C17CCF-2727-901D-3F06-9E50C002362E}"/>
              </a:ext>
            </a:extLst>
          </p:cNvPr>
          <p:cNvSpPr txBox="1"/>
          <p:nvPr/>
        </p:nvSpPr>
        <p:spPr>
          <a:xfrm>
            <a:off x="6813809" y="6396709"/>
            <a:ext cx="3719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16 de octubre de 2026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94069E3-B3AC-F33F-9554-825E771AAC7A}"/>
              </a:ext>
            </a:extLst>
          </p:cNvPr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025" y="4448103"/>
            <a:ext cx="1137850" cy="1137850"/>
          </a:xfrm>
          <a:prstGeom prst="rect">
            <a:avLst/>
          </a:prstGeom>
        </p:spPr>
      </p:pic>
      <p:sp>
        <p:nvSpPr>
          <p:cNvPr id="10" name="Google Shape;11569;p80">
            <a:extLst>
              <a:ext uri="{FF2B5EF4-FFF2-40B4-BE49-F238E27FC236}">
                <a16:creationId xmlns:a16="http://schemas.microsoft.com/office/drawing/2014/main" id="{C464C8C7-6F03-7452-9535-F1929B5015B8}"/>
              </a:ext>
            </a:extLst>
          </p:cNvPr>
          <p:cNvSpPr/>
          <p:nvPr/>
        </p:nvSpPr>
        <p:spPr>
          <a:xfrm>
            <a:off x="10561039" y="4498496"/>
            <a:ext cx="1006983" cy="1087457"/>
          </a:xfrm>
          <a:custGeom>
            <a:avLst/>
            <a:gdLst/>
            <a:ahLst/>
            <a:cxnLst/>
            <a:rect l="l" t="t" r="r" b="b"/>
            <a:pathLst>
              <a:path w="11752" h="11690" extrusionOk="0">
                <a:moveTo>
                  <a:pt x="5923" y="694"/>
                </a:moveTo>
                <a:cubicBezTo>
                  <a:pt x="6490" y="694"/>
                  <a:pt x="6963" y="1166"/>
                  <a:pt x="6963" y="1765"/>
                </a:cubicBezTo>
                <a:cubicBezTo>
                  <a:pt x="6963" y="2332"/>
                  <a:pt x="6490" y="2805"/>
                  <a:pt x="5923" y="2805"/>
                </a:cubicBezTo>
                <a:cubicBezTo>
                  <a:pt x="5325" y="2805"/>
                  <a:pt x="4852" y="2332"/>
                  <a:pt x="4852" y="1765"/>
                </a:cubicBezTo>
                <a:cubicBezTo>
                  <a:pt x="4852" y="1229"/>
                  <a:pt x="5325" y="694"/>
                  <a:pt x="5923" y="694"/>
                </a:cubicBezTo>
                <a:close/>
                <a:moveTo>
                  <a:pt x="2489" y="3466"/>
                </a:moveTo>
                <a:cubicBezTo>
                  <a:pt x="2678" y="3466"/>
                  <a:pt x="2836" y="3624"/>
                  <a:pt x="2836" y="3813"/>
                </a:cubicBezTo>
                <a:lnTo>
                  <a:pt x="2836" y="4916"/>
                </a:lnTo>
                <a:cubicBezTo>
                  <a:pt x="2678" y="4947"/>
                  <a:pt x="2584" y="5042"/>
                  <a:pt x="2458" y="5168"/>
                </a:cubicBezTo>
                <a:cubicBezTo>
                  <a:pt x="2363" y="5231"/>
                  <a:pt x="2300" y="5357"/>
                  <a:pt x="2237" y="5420"/>
                </a:cubicBezTo>
                <a:cubicBezTo>
                  <a:pt x="2174" y="5357"/>
                  <a:pt x="2143" y="5262"/>
                  <a:pt x="2143" y="5199"/>
                </a:cubicBezTo>
                <a:lnTo>
                  <a:pt x="2143" y="3813"/>
                </a:lnTo>
                <a:cubicBezTo>
                  <a:pt x="2143" y="3624"/>
                  <a:pt x="2300" y="3466"/>
                  <a:pt x="2489" y="3466"/>
                </a:cubicBezTo>
                <a:close/>
                <a:moveTo>
                  <a:pt x="9326" y="3466"/>
                </a:moveTo>
                <a:cubicBezTo>
                  <a:pt x="9546" y="3466"/>
                  <a:pt x="9704" y="3624"/>
                  <a:pt x="9704" y="3813"/>
                </a:cubicBezTo>
                <a:lnTo>
                  <a:pt x="9704" y="5199"/>
                </a:lnTo>
                <a:cubicBezTo>
                  <a:pt x="9704" y="5262"/>
                  <a:pt x="9641" y="5357"/>
                  <a:pt x="9578" y="5420"/>
                </a:cubicBezTo>
                <a:cubicBezTo>
                  <a:pt x="9546" y="5294"/>
                  <a:pt x="9452" y="5231"/>
                  <a:pt x="9389" y="5168"/>
                </a:cubicBezTo>
                <a:cubicBezTo>
                  <a:pt x="9263" y="5042"/>
                  <a:pt x="9137" y="4947"/>
                  <a:pt x="8979" y="4916"/>
                </a:cubicBezTo>
                <a:lnTo>
                  <a:pt x="8979" y="3813"/>
                </a:lnTo>
                <a:cubicBezTo>
                  <a:pt x="9011" y="3624"/>
                  <a:pt x="9168" y="3466"/>
                  <a:pt x="9326" y="3466"/>
                </a:cubicBezTo>
                <a:close/>
                <a:moveTo>
                  <a:pt x="5923" y="3466"/>
                </a:moveTo>
                <a:cubicBezTo>
                  <a:pt x="6900" y="3466"/>
                  <a:pt x="7814" y="4096"/>
                  <a:pt x="8160" y="4947"/>
                </a:cubicBezTo>
                <a:cubicBezTo>
                  <a:pt x="8066" y="5010"/>
                  <a:pt x="8003" y="5042"/>
                  <a:pt x="7971" y="5105"/>
                </a:cubicBezTo>
                <a:lnTo>
                  <a:pt x="6081" y="6963"/>
                </a:lnTo>
                <a:cubicBezTo>
                  <a:pt x="6018" y="6995"/>
                  <a:pt x="5955" y="7089"/>
                  <a:pt x="5923" y="7152"/>
                </a:cubicBezTo>
                <a:cubicBezTo>
                  <a:pt x="5860" y="7089"/>
                  <a:pt x="5797" y="7026"/>
                  <a:pt x="5766" y="6963"/>
                </a:cubicBezTo>
                <a:lnTo>
                  <a:pt x="3876" y="5105"/>
                </a:lnTo>
                <a:cubicBezTo>
                  <a:pt x="3781" y="5042"/>
                  <a:pt x="3750" y="5010"/>
                  <a:pt x="3655" y="4947"/>
                </a:cubicBezTo>
                <a:cubicBezTo>
                  <a:pt x="4033" y="4096"/>
                  <a:pt x="4915" y="3466"/>
                  <a:pt x="5923" y="3466"/>
                </a:cubicBezTo>
                <a:close/>
                <a:moveTo>
                  <a:pt x="10744" y="2049"/>
                </a:moveTo>
                <a:cubicBezTo>
                  <a:pt x="10964" y="2049"/>
                  <a:pt x="11122" y="2206"/>
                  <a:pt x="11122" y="2395"/>
                </a:cubicBezTo>
                <a:lnTo>
                  <a:pt x="11122" y="6144"/>
                </a:lnTo>
                <a:lnTo>
                  <a:pt x="11059" y="6144"/>
                </a:lnTo>
                <a:cubicBezTo>
                  <a:pt x="11059" y="6333"/>
                  <a:pt x="11027" y="6491"/>
                  <a:pt x="10901" y="6648"/>
                </a:cubicBezTo>
                <a:lnTo>
                  <a:pt x="9263" y="9421"/>
                </a:lnTo>
                <a:cubicBezTo>
                  <a:pt x="9105" y="9673"/>
                  <a:pt x="9011" y="9956"/>
                  <a:pt x="9011" y="10271"/>
                </a:cubicBezTo>
                <a:lnTo>
                  <a:pt x="9011" y="10933"/>
                </a:lnTo>
                <a:lnTo>
                  <a:pt x="6270" y="10933"/>
                </a:lnTo>
                <a:lnTo>
                  <a:pt x="6270" y="8097"/>
                </a:lnTo>
                <a:cubicBezTo>
                  <a:pt x="6270" y="7845"/>
                  <a:pt x="6396" y="7593"/>
                  <a:pt x="6585" y="7404"/>
                </a:cubicBezTo>
                <a:lnTo>
                  <a:pt x="8475" y="5546"/>
                </a:lnTo>
                <a:cubicBezTo>
                  <a:pt x="8538" y="5483"/>
                  <a:pt x="8625" y="5451"/>
                  <a:pt x="8712" y="5451"/>
                </a:cubicBezTo>
                <a:cubicBezTo>
                  <a:pt x="8798" y="5451"/>
                  <a:pt x="8885" y="5483"/>
                  <a:pt x="8948" y="5546"/>
                </a:cubicBezTo>
                <a:cubicBezTo>
                  <a:pt x="9074" y="5672"/>
                  <a:pt x="9074" y="5892"/>
                  <a:pt x="8948" y="6018"/>
                </a:cubicBezTo>
                <a:lnTo>
                  <a:pt x="7751" y="7215"/>
                </a:lnTo>
                <a:cubicBezTo>
                  <a:pt x="7656" y="7310"/>
                  <a:pt x="7656" y="7562"/>
                  <a:pt x="7751" y="7656"/>
                </a:cubicBezTo>
                <a:cubicBezTo>
                  <a:pt x="7814" y="7719"/>
                  <a:pt x="7908" y="7751"/>
                  <a:pt x="7999" y="7751"/>
                </a:cubicBezTo>
                <a:cubicBezTo>
                  <a:pt x="8089" y="7751"/>
                  <a:pt x="8176" y="7719"/>
                  <a:pt x="8223" y="7656"/>
                </a:cubicBezTo>
                <a:lnTo>
                  <a:pt x="10082" y="5829"/>
                </a:lnTo>
                <a:cubicBezTo>
                  <a:pt x="10271" y="5609"/>
                  <a:pt x="10397" y="5388"/>
                  <a:pt x="10397" y="5105"/>
                </a:cubicBezTo>
                <a:lnTo>
                  <a:pt x="10397" y="2395"/>
                </a:lnTo>
                <a:cubicBezTo>
                  <a:pt x="10397" y="2206"/>
                  <a:pt x="10555" y="2049"/>
                  <a:pt x="10744" y="2049"/>
                </a:cubicBezTo>
                <a:close/>
                <a:moveTo>
                  <a:pt x="1103" y="2080"/>
                </a:moveTo>
                <a:cubicBezTo>
                  <a:pt x="1292" y="2080"/>
                  <a:pt x="1450" y="2238"/>
                  <a:pt x="1450" y="2427"/>
                </a:cubicBezTo>
                <a:lnTo>
                  <a:pt x="1450" y="5168"/>
                </a:lnTo>
                <a:cubicBezTo>
                  <a:pt x="1450" y="5420"/>
                  <a:pt x="1576" y="5672"/>
                  <a:pt x="1796" y="5861"/>
                </a:cubicBezTo>
                <a:lnTo>
                  <a:pt x="3624" y="7719"/>
                </a:lnTo>
                <a:cubicBezTo>
                  <a:pt x="3687" y="7782"/>
                  <a:pt x="3781" y="7814"/>
                  <a:pt x="3872" y="7814"/>
                </a:cubicBezTo>
                <a:cubicBezTo>
                  <a:pt x="3962" y="7814"/>
                  <a:pt x="4049" y="7782"/>
                  <a:pt x="4096" y="7719"/>
                </a:cubicBezTo>
                <a:cubicBezTo>
                  <a:pt x="4222" y="7593"/>
                  <a:pt x="4222" y="7373"/>
                  <a:pt x="4096" y="7247"/>
                </a:cubicBezTo>
                <a:lnTo>
                  <a:pt x="2930" y="6050"/>
                </a:lnTo>
                <a:cubicBezTo>
                  <a:pt x="2804" y="5955"/>
                  <a:pt x="2804" y="5703"/>
                  <a:pt x="2930" y="5577"/>
                </a:cubicBezTo>
                <a:cubicBezTo>
                  <a:pt x="2978" y="5530"/>
                  <a:pt x="3064" y="5506"/>
                  <a:pt x="3155" y="5506"/>
                </a:cubicBezTo>
                <a:cubicBezTo>
                  <a:pt x="3245" y="5506"/>
                  <a:pt x="3340" y="5530"/>
                  <a:pt x="3403" y="5577"/>
                </a:cubicBezTo>
                <a:lnTo>
                  <a:pt x="5293" y="7436"/>
                </a:lnTo>
                <a:cubicBezTo>
                  <a:pt x="5482" y="7625"/>
                  <a:pt x="5608" y="7877"/>
                  <a:pt x="5608" y="8161"/>
                </a:cubicBezTo>
                <a:lnTo>
                  <a:pt x="5608" y="10996"/>
                </a:lnTo>
                <a:lnTo>
                  <a:pt x="2836" y="10996"/>
                </a:lnTo>
                <a:lnTo>
                  <a:pt x="2836" y="10303"/>
                </a:lnTo>
                <a:cubicBezTo>
                  <a:pt x="2804" y="10051"/>
                  <a:pt x="2710" y="9736"/>
                  <a:pt x="2552" y="9452"/>
                </a:cubicBezTo>
                <a:lnTo>
                  <a:pt x="914" y="6680"/>
                </a:lnTo>
                <a:cubicBezTo>
                  <a:pt x="851" y="6522"/>
                  <a:pt x="757" y="6333"/>
                  <a:pt x="757" y="6176"/>
                </a:cubicBezTo>
                <a:lnTo>
                  <a:pt x="757" y="2427"/>
                </a:lnTo>
                <a:cubicBezTo>
                  <a:pt x="757" y="2238"/>
                  <a:pt x="914" y="2080"/>
                  <a:pt x="1103" y="2080"/>
                </a:cubicBezTo>
                <a:close/>
                <a:moveTo>
                  <a:pt x="5860" y="1"/>
                </a:moveTo>
                <a:cubicBezTo>
                  <a:pt x="4915" y="1"/>
                  <a:pt x="4128" y="788"/>
                  <a:pt x="4128" y="1734"/>
                </a:cubicBezTo>
                <a:cubicBezTo>
                  <a:pt x="4128" y="2206"/>
                  <a:pt x="4348" y="2647"/>
                  <a:pt x="4695" y="2994"/>
                </a:cubicBezTo>
                <a:cubicBezTo>
                  <a:pt x="4411" y="3120"/>
                  <a:pt x="4191" y="3214"/>
                  <a:pt x="3939" y="3435"/>
                </a:cubicBezTo>
                <a:cubicBezTo>
                  <a:pt x="3750" y="3592"/>
                  <a:pt x="3592" y="3750"/>
                  <a:pt x="3435" y="3939"/>
                </a:cubicBezTo>
                <a:lnTo>
                  <a:pt x="3435" y="3813"/>
                </a:lnTo>
                <a:cubicBezTo>
                  <a:pt x="3435" y="3246"/>
                  <a:pt x="2962" y="2805"/>
                  <a:pt x="2395" y="2805"/>
                </a:cubicBezTo>
                <a:cubicBezTo>
                  <a:pt x="2300" y="2805"/>
                  <a:pt x="2174" y="2836"/>
                  <a:pt x="2048" y="2836"/>
                </a:cubicBezTo>
                <a:lnTo>
                  <a:pt x="2048" y="2427"/>
                </a:lnTo>
                <a:cubicBezTo>
                  <a:pt x="2048" y="1891"/>
                  <a:pt x="1576" y="1418"/>
                  <a:pt x="1040" y="1418"/>
                </a:cubicBezTo>
                <a:cubicBezTo>
                  <a:pt x="473" y="1418"/>
                  <a:pt x="0" y="1891"/>
                  <a:pt x="0" y="2427"/>
                </a:cubicBezTo>
                <a:lnTo>
                  <a:pt x="0" y="6176"/>
                </a:lnTo>
                <a:cubicBezTo>
                  <a:pt x="0" y="6491"/>
                  <a:pt x="95" y="6806"/>
                  <a:pt x="253" y="7026"/>
                </a:cubicBezTo>
                <a:lnTo>
                  <a:pt x="1891" y="9799"/>
                </a:lnTo>
                <a:cubicBezTo>
                  <a:pt x="1985" y="9956"/>
                  <a:pt x="2048" y="10145"/>
                  <a:pt x="2048" y="10303"/>
                </a:cubicBezTo>
                <a:lnTo>
                  <a:pt x="2048" y="11342"/>
                </a:lnTo>
                <a:cubicBezTo>
                  <a:pt x="2048" y="11532"/>
                  <a:pt x="2206" y="11689"/>
                  <a:pt x="2395" y="11689"/>
                </a:cubicBezTo>
                <a:lnTo>
                  <a:pt x="9294" y="11689"/>
                </a:lnTo>
                <a:cubicBezTo>
                  <a:pt x="9483" y="11689"/>
                  <a:pt x="9641" y="11532"/>
                  <a:pt x="9641" y="11342"/>
                </a:cubicBezTo>
                <a:lnTo>
                  <a:pt x="9641" y="10303"/>
                </a:lnTo>
                <a:cubicBezTo>
                  <a:pt x="9641" y="10114"/>
                  <a:pt x="9704" y="9956"/>
                  <a:pt x="9799" y="9799"/>
                </a:cubicBezTo>
                <a:lnTo>
                  <a:pt x="11468" y="7026"/>
                </a:lnTo>
                <a:cubicBezTo>
                  <a:pt x="11626" y="6774"/>
                  <a:pt x="11689" y="6491"/>
                  <a:pt x="11689" y="6176"/>
                </a:cubicBezTo>
                <a:lnTo>
                  <a:pt x="11689" y="2427"/>
                </a:lnTo>
                <a:cubicBezTo>
                  <a:pt x="11752" y="1891"/>
                  <a:pt x="11279" y="1418"/>
                  <a:pt x="10712" y="1418"/>
                </a:cubicBezTo>
                <a:cubicBezTo>
                  <a:pt x="10177" y="1418"/>
                  <a:pt x="9704" y="1891"/>
                  <a:pt x="9704" y="2427"/>
                </a:cubicBezTo>
                <a:lnTo>
                  <a:pt x="9704" y="2836"/>
                </a:lnTo>
                <a:cubicBezTo>
                  <a:pt x="9578" y="2805"/>
                  <a:pt x="9452" y="2805"/>
                  <a:pt x="9326" y="2805"/>
                </a:cubicBezTo>
                <a:cubicBezTo>
                  <a:pt x="8790" y="2805"/>
                  <a:pt x="8318" y="3246"/>
                  <a:pt x="8318" y="3813"/>
                </a:cubicBezTo>
                <a:lnTo>
                  <a:pt x="8318" y="3939"/>
                </a:lnTo>
                <a:cubicBezTo>
                  <a:pt x="8160" y="3750"/>
                  <a:pt x="8003" y="3592"/>
                  <a:pt x="7814" y="3435"/>
                </a:cubicBezTo>
                <a:cubicBezTo>
                  <a:pt x="7562" y="3246"/>
                  <a:pt x="7341" y="3088"/>
                  <a:pt x="7058" y="2994"/>
                </a:cubicBezTo>
                <a:cubicBezTo>
                  <a:pt x="7404" y="2647"/>
                  <a:pt x="7593" y="2206"/>
                  <a:pt x="7593" y="1734"/>
                </a:cubicBezTo>
                <a:cubicBezTo>
                  <a:pt x="7593" y="788"/>
                  <a:pt x="6806" y="1"/>
                  <a:pt x="5860" y="1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8B4B2B1D-984D-D34A-A6EE-62A5FCCB4695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422" r="1" b="14817"/>
          <a:stretch/>
        </p:blipFill>
        <p:spPr>
          <a:xfrm>
            <a:off x="-1" y="-295275"/>
            <a:ext cx="4970673" cy="715327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D67E466-A4AF-B71E-5D06-DCEA2F25C8D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22510"/>
            <a:ext cx="7810500" cy="3871247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1EA9E05D-7E80-7ABC-DD1A-35ED354C68E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5235" y="4528556"/>
            <a:ext cx="1137850" cy="11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78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0050A5"/>
                </a:solidFill>
                <a:latin typeface="Charter Black"/>
              </a:rPr>
              <a:t>Fuente de datos</a:t>
            </a: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>
                <a:solidFill>
                  <a:srgbClr val="4B5563"/>
                </a:solidFill>
                <a:latin typeface="Arial"/>
              </a:rPr>
              <a:t>La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comparación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se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realiza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sobre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la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tabla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propuestas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que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se carga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en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SharePoint, con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una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fila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por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propuesta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sp>
        <p:nvSpPr>
          <p:cNvPr id="991" name="Paso 1"/>
          <p:cNvSpPr/>
          <p:nvPr/>
        </p:nvSpPr>
        <p:spPr>
          <a:xfrm>
            <a:off x="548640" y="1975234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2" name="Oval 991"/>
          <p:cNvSpPr/>
          <p:nvPr/>
        </p:nvSpPr>
        <p:spPr>
          <a:xfrm>
            <a:off x="1408176" y="2158114"/>
            <a:ext cx="566928" cy="566928"/>
          </a:xfrm>
          <a:prstGeom prst="ellipse">
            <a:avLst/>
          </a:prstGeom>
          <a:solidFill>
            <a:srgbClr val="005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93" name="Picture 992" descr="form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238" y="2294176"/>
            <a:ext cx="294802" cy="294802"/>
          </a:xfrm>
          <a:prstGeom prst="rect">
            <a:avLst/>
          </a:prstGeom>
        </p:spPr>
      </p:pic>
      <p:sp>
        <p:nvSpPr>
          <p:cNvPr id="994" name="TextBox 993"/>
          <p:cNvSpPr txBox="1"/>
          <p:nvPr/>
        </p:nvSpPr>
        <p:spPr>
          <a:xfrm>
            <a:off x="685800" y="279819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50A5"/>
                </a:solidFill>
                <a:latin typeface="Arial"/>
              </a:rPr>
              <a:t>Formulario ciudadano</a:t>
            </a:r>
          </a:p>
        </p:txBody>
      </p:sp>
      <p:sp>
        <p:nvSpPr>
          <p:cNvPr id="995" name="TextBox 994"/>
          <p:cNvSpPr txBox="1"/>
          <p:nvPr/>
        </p:nvSpPr>
        <p:spPr>
          <a:xfrm>
            <a:off x="685800" y="313652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Hasta 8 propuestas por envío, una por eje</a:t>
            </a:r>
          </a:p>
        </p:txBody>
      </p:sp>
      <p:sp>
        <p:nvSpPr>
          <p:cNvPr id="996" name="Right Arrow 995"/>
          <p:cNvSpPr/>
          <p:nvPr/>
        </p:nvSpPr>
        <p:spPr>
          <a:xfrm>
            <a:off x="2898648" y="2706754"/>
            <a:ext cx="25603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7" name="Paso 2"/>
          <p:cNvSpPr/>
          <p:nvPr/>
        </p:nvSpPr>
        <p:spPr>
          <a:xfrm>
            <a:off x="3218688" y="1975234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8" name="Oval 997"/>
          <p:cNvSpPr/>
          <p:nvPr/>
        </p:nvSpPr>
        <p:spPr>
          <a:xfrm>
            <a:off x="4078224" y="2158114"/>
            <a:ext cx="566928" cy="566928"/>
          </a:xfrm>
          <a:prstGeom prst="ellipse">
            <a:avLst/>
          </a:prstGeom>
          <a:solidFill>
            <a:srgbClr val="005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99" name="Picture 998" descr="expor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4286" y="2294176"/>
            <a:ext cx="294802" cy="294802"/>
          </a:xfrm>
          <a:prstGeom prst="rect">
            <a:avLst/>
          </a:prstGeom>
        </p:spPr>
      </p:pic>
      <p:sp>
        <p:nvSpPr>
          <p:cNvPr id="1000" name="TextBox 999"/>
          <p:cNvSpPr txBox="1"/>
          <p:nvPr/>
        </p:nvSpPr>
        <p:spPr>
          <a:xfrm>
            <a:off x="3355848" y="279819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50A5"/>
                </a:solidFill>
                <a:latin typeface="Arial"/>
              </a:rPr>
              <a:t>Exportación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3355848" y="313652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70 columnas, una fila por envío (radicado)</a:t>
            </a:r>
          </a:p>
        </p:txBody>
      </p:sp>
      <p:sp>
        <p:nvSpPr>
          <p:cNvPr id="1002" name="Right Arrow 1001"/>
          <p:cNvSpPr/>
          <p:nvPr/>
        </p:nvSpPr>
        <p:spPr>
          <a:xfrm>
            <a:off x="5568696" y="2706754"/>
            <a:ext cx="25603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3" name="Paso 3"/>
          <p:cNvSpPr/>
          <p:nvPr/>
        </p:nvSpPr>
        <p:spPr>
          <a:xfrm>
            <a:off x="5888736" y="1975234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25400">
            <a:solidFill>
              <a:srgbClr val="005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4" name="Oval 1003"/>
          <p:cNvSpPr/>
          <p:nvPr/>
        </p:nvSpPr>
        <p:spPr>
          <a:xfrm>
            <a:off x="6748271" y="2158114"/>
            <a:ext cx="566928" cy="566928"/>
          </a:xfrm>
          <a:prstGeom prst="ellipse">
            <a:avLst/>
          </a:prstGeom>
          <a:solidFill>
            <a:srgbClr val="FF0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5" name="Picture 1004" descr="filt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4334" y="2294176"/>
            <a:ext cx="294802" cy="294802"/>
          </a:xfrm>
          <a:prstGeom prst="rect">
            <a:avLst/>
          </a:prstGeom>
        </p:spPr>
      </p:pic>
      <p:sp>
        <p:nvSpPr>
          <p:cNvPr id="1006" name="TextBox 1005"/>
          <p:cNvSpPr txBox="1"/>
          <p:nvPr/>
        </p:nvSpPr>
        <p:spPr>
          <a:xfrm>
            <a:off x="6025896" y="2798194"/>
            <a:ext cx="20116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dirty="0">
                <a:solidFill>
                  <a:srgbClr val="0050A5"/>
                </a:solidFill>
                <a:latin typeface="Arial"/>
              </a:rPr>
              <a:t>Consulta </a:t>
            </a:r>
            <a:r>
              <a:rPr sz="1500" b="1" dirty="0" err="1">
                <a:solidFill>
                  <a:srgbClr val="0050A5"/>
                </a:solidFill>
                <a:latin typeface="Arial"/>
              </a:rPr>
              <a:t>en</a:t>
            </a:r>
            <a:r>
              <a:rPr lang="es-CO" sz="1500" b="1" dirty="0">
                <a:solidFill>
                  <a:srgbClr val="0050A5"/>
                </a:solidFill>
                <a:latin typeface="Arial"/>
              </a:rPr>
              <a:t> los datos</a:t>
            </a:r>
            <a:endParaRPr sz="1500" b="1" dirty="0">
              <a:solidFill>
                <a:srgbClr val="0050A5"/>
              </a:solidFill>
              <a:latin typeface="Arial"/>
            </a:endParaRPr>
          </a:p>
        </p:txBody>
      </p:sp>
      <p:sp>
        <p:nvSpPr>
          <p:cNvPr id="1007" name="TextBox 1006"/>
          <p:cNvSpPr txBox="1"/>
          <p:nvPr/>
        </p:nvSpPr>
        <p:spPr>
          <a:xfrm>
            <a:off x="6025896" y="3136522"/>
            <a:ext cx="2011680" cy="6001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s-CO" sz="1300" b="0" dirty="0">
                <a:solidFill>
                  <a:srgbClr val="4B5563"/>
                </a:solidFill>
                <a:latin typeface="Arial"/>
              </a:rPr>
              <a:t>El Excel compartido el jueves, con los datos de cada propuesta</a:t>
            </a:r>
            <a:endParaRPr sz="1300" b="0" dirty="0">
              <a:solidFill>
                <a:srgbClr val="4B5563"/>
              </a:solidFill>
              <a:latin typeface="Arial"/>
            </a:endParaRPr>
          </a:p>
        </p:txBody>
      </p:sp>
      <p:sp>
        <p:nvSpPr>
          <p:cNvPr id="1008" name="Right Arrow 1007"/>
          <p:cNvSpPr/>
          <p:nvPr/>
        </p:nvSpPr>
        <p:spPr>
          <a:xfrm>
            <a:off x="8238744" y="2706754"/>
            <a:ext cx="256032" cy="292608"/>
          </a:xfrm>
          <a:prstGeom prst="right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9" name="Paso 4"/>
          <p:cNvSpPr/>
          <p:nvPr/>
        </p:nvSpPr>
        <p:spPr>
          <a:xfrm>
            <a:off x="8558784" y="1975234"/>
            <a:ext cx="228600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0" name="Oval 1009"/>
          <p:cNvSpPr/>
          <p:nvPr/>
        </p:nvSpPr>
        <p:spPr>
          <a:xfrm>
            <a:off x="9418319" y="2158114"/>
            <a:ext cx="566928" cy="566928"/>
          </a:xfrm>
          <a:prstGeom prst="ellipse">
            <a:avLst/>
          </a:prstGeom>
          <a:solidFill>
            <a:srgbClr val="005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1" name="Picture 1010" descr="databas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54382" y="2294176"/>
            <a:ext cx="294802" cy="294802"/>
          </a:xfrm>
          <a:prstGeom prst="rect">
            <a:avLst/>
          </a:prstGeom>
        </p:spPr>
      </p:pic>
      <p:sp>
        <p:nvSpPr>
          <p:cNvPr id="1012" name="TextBox 1011"/>
          <p:cNvSpPr txBox="1"/>
          <p:nvPr/>
        </p:nvSpPr>
        <p:spPr>
          <a:xfrm>
            <a:off x="8695944" y="2798194"/>
            <a:ext cx="201168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>
                <a:solidFill>
                  <a:srgbClr val="0050A5"/>
                </a:solidFill>
                <a:latin typeface="Arial"/>
              </a:rPr>
              <a:t>Lista de SharePoint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8695944" y="3136522"/>
            <a:ext cx="2011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Fuente de la aplicación de clasificación</a:t>
            </a:r>
          </a:p>
        </p:txBody>
      </p:sp>
      <p:sp>
        <p:nvSpPr>
          <p:cNvPr id="1014" name="Campos comparados"/>
          <p:cNvSpPr/>
          <p:nvPr/>
        </p:nvSpPr>
        <p:spPr>
          <a:xfrm>
            <a:off x="548640" y="4281058"/>
            <a:ext cx="6035040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5" name="Oval 1014"/>
          <p:cNvSpPr/>
          <p:nvPr/>
        </p:nvSpPr>
        <p:spPr>
          <a:xfrm>
            <a:off x="777240" y="4482226"/>
            <a:ext cx="457200" cy="457200"/>
          </a:xfrm>
          <a:prstGeom prst="ellipse">
            <a:avLst/>
          </a:prstGeom>
          <a:solidFill>
            <a:srgbClr val="00B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6" name="Picture 1015" descr="chec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591954"/>
            <a:ext cx="237744" cy="237744"/>
          </a:xfrm>
          <a:prstGeom prst="rect">
            <a:avLst/>
          </a:prstGeom>
        </p:spPr>
      </p:pic>
      <p:sp>
        <p:nvSpPr>
          <p:cNvPr id="1017" name="TextBox 1016"/>
          <p:cNvSpPr txBox="1"/>
          <p:nvPr/>
        </p:nvSpPr>
        <p:spPr>
          <a:xfrm>
            <a:off x="1371600" y="4527945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50A5"/>
                </a:solidFill>
                <a:latin typeface="Arial"/>
              </a:rPr>
              <a:t>Campos que se comparan</a:t>
            </a:r>
          </a:p>
        </p:txBody>
      </p:sp>
      <p:sp>
        <p:nvSpPr>
          <p:cNvPr id="1018" name="TextBox 1017"/>
          <p:cNvSpPr txBox="1"/>
          <p:nvPr/>
        </p:nvSpPr>
        <p:spPr>
          <a:xfrm>
            <a:off x="822960" y="5058298"/>
            <a:ext cx="5577840" cy="7745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lang="es-CO" sz="1400" b="1" dirty="0" err="1">
                <a:solidFill>
                  <a:srgbClr val="1F2937"/>
                </a:solidFill>
                <a:latin typeface="Arial"/>
              </a:rPr>
              <a:t>Eje_n</a:t>
            </a:r>
            <a:r>
              <a:rPr sz="1400" b="1" dirty="0">
                <a:solidFill>
                  <a:srgbClr val="1F2937"/>
                </a:solidFill>
                <a:latin typeface="Arial"/>
              </a:rPr>
              <a:t>_</a:t>
            </a:r>
            <a:r>
              <a:rPr sz="1400" b="1" dirty="0" err="1">
                <a:solidFill>
                  <a:srgbClr val="1F2937"/>
                </a:solidFill>
                <a:latin typeface="Arial"/>
              </a:rPr>
              <a:t>propuesta</a:t>
            </a:r>
            <a:r>
              <a:rPr sz="1400" b="1" dirty="0">
                <a:solidFill>
                  <a:srgbClr val="1F29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texto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de la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propuesta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(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insumo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principal)</a:t>
            </a:r>
          </a:p>
          <a:p>
            <a:pPr algn="l">
              <a:spcAft>
                <a:spcPts val="500"/>
              </a:spcAft>
            </a:pPr>
            <a:r>
              <a:rPr lang="es-CO" sz="1400" b="1" dirty="0" err="1">
                <a:solidFill>
                  <a:srgbClr val="1F2937"/>
                </a:solidFill>
                <a:latin typeface="Arial"/>
              </a:rPr>
              <a:t>Eje_n</a:t>
            </a:r>
            <a:r>
              <a:rPr sz="1400" b="1" dirty="0">
                <a:solidFill>
                  <a:srgbClr val="1F2937"/>
                </a:solidFill>
                <a:latin typeface="Arial"/>
              </a:rPr>
              <a:t>_</a:t>
            </a:r>
            <a:r>
              <a:rPr sz="1400" b="1" dirty="0" err="1">
                <a:solidFill>
                  <a:srgbClr val="1F2937"/>
                </a:solidFill>
                <a:latin typeface="Arial"/>
              </a:rPr>
              <a:t>resultado</a:t>
            </a:r>
            <a:r>
              <a:rPr sz="1400" b="1" dirty="0">
                <a:solidFill>
                  <a:srgbClr val="1F2937"/>
                </a:solidFill>
                <a:latin typeface="Arial"/>
              </a:rPr>
              <a:t>: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resultado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esperado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a 2030</a:t>
            </a:r>
          </a:p>
          <a:p>
            <a:pPr algn="l"/>
            <a:r>
              <a:rPr sz="1400" b="1" dirty="0">
                <a:solidFill>
                  <a:srgbClr val="1F2937"/>
                </a:solidFill>
                <a:latin typeface="Arial"/>
              </a:rPr>
              <a:t>Municipio</a:t>
            </a:r>
            <a:r>
              <a:rPr lang="es-CO" sz="1400" b="1" dirty="0">
                <a:solidFill>
                  <a:srgbClr val="1F2937"/>
                </a:solidFill>
                <a:latin typeface="Arial"/>
              </a:rPr>
              <a:t>:</a:t>
            </a:r>
            <a:r>
              <a:rPr sz="1400" b="1" dirty="0">
                <a:solidFill>
                  <a:srgbClr val="1F2937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contexto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, para no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mezclar</a:t>
            </a:r>
            <a:r>
              <a:rPr sz="14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4B5563"/>
                </a:solidFill>
                <a:latin typeface="Arial"/>
              </a:rPr>
              <a:t>territorios</a:t>
            </a:r>
            <a:endParaRPr sz="1400" b="0" dirty="0">
              <a:solidFill>
                <a:srgbClr val="4B5563"/>
              </a:solidFill>
              <a:latin typeface="Arial"/>
            </a:endParaRPr>
          </a:p>
        </p:txBody>
      </p:sp>
      <p:sp>
        <p:nvSpPr>
          <p:cNvPr id="1019" name="Campos excluidos"/>
          <p:cNvSpPr/>
          <p:nvPr/>
        </p:nvSpPr>
        <p:spPr>
          <a:xfrm>
            <a:off x="6812280" y="4281058"/>
            <a:ext cx="4023360" cy="1965960"/>
          </a:xfrm>
          <a:prstGeom prst="roundRect">
            <a:avLst>
              <a:gd name="adj" fmla="val 6000"/>
            </a:avLst>
          </a:prstGeom>
          <a:solidFill>
            <a:srgbClr val="FFE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20" name="Oval 1019"/>
          <p:cNvSpPr/>
          <p:nvPr/>
        </p:nvSpPr>
        <p:spPr>
          <a:xfrm>
            <a:off x="7040880" y="4482226"/>
            <a:ext cx="457200" cy="457200"/>
          </a:xfrm>
          <a:prstGeom prst="ellipse">
            <a:avLst/>
          </a:prstGeom>
          <a:solidFill>
            <a:srgbClr val="FF0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21" name="Picture 1020" descr="ban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4591954"/>
            <a:ext cx="237744" cy="237744"/>
          </a:xfrm>
          <a:prstGeom prst="rect">
            <a:avLst/>
          </a:prstGeom>
        </p:spPr>
      </p:pic>
      <p:sp>
        <p:nvSpPr>
          <p:cNvPr id="1022" name="TextBox 1021"/>
          <p:cNvSpPr txBox="1"/>
          <p:nvPr/>
        </p:nvSpPr>
        <p:spPr>
          <a:xfrm>
            <a:off x="7635240" y="4527945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>
                <a:solidFill>
                  <a:srgbClr val="0050A5"/>
                </a:solidFill>
                <a:latin typeface="Arial"/>
              </a:rPr>
              <a:t>Campos excluidos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7086600" y="5058298"/>
            <a:ext cx="356616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1F2937"/>
                </a:solidFill>
                <a:latin typeface="Arial"/>
              </a:rPr>
              <a:t>Sexo, orientación sexual y discapacidad: son datos sensibles y no describen el contenido de la propuesta.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0050A5"/>
                </a:solidFill>
                <a:latin typeface="Charter Black"/>
              </a:rPr>
              <a:t>Índice 1: similitud del coseno (palabras)</a:t>
            </a: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Arial"/>
              </a:rPr>
              <a:t>Se cuentan las palabras de cada texto y se mide cuántas comparten, sin importar el orden en que aparecen.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sp>
        <p:nvSpPr>
          <p:cNvPr id="991" name="Texto A"/>
          <p:cNvSpPr/>
          <p:nvPr/>
        </p:nvSpPr>
        <p:spPr>
          <a:xfrm>
            <a:off x="548640" y="1828800"/>
            <a:ext cx="32918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2" name="TextBox 991"/>
          <p:cNvSpPr txBox="1"/>
          <p:nvPr/>
        </p:nvSpPr>
        <p:spPr>
          <a:xfrm>
            <a:off x="749808" y="19385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018C"/>
                </a:solidFill>
                <a:latin typeface="Arial"/>
              </a:rPr>
              <a:t>Texto A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749808" y="224028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F2937"/>
                </a:solidFill>
                <a:latin typeface="Cambria"/>
              </a:rPr>
              <a:t>«Arreglar las vías veredales y los puentes de Almeida»</a:t>
            </a:r>
          </a:p>
        </p:txBody>
      </p:sp>
      <p:sp>
        <p:nvSpPr>
          <p:cNvPr id="994" name="Texto B"/>
          <p:cNvSpPr/>
          <p:nvPr/>
        </p:nvSpPr>
        <p:spPr>
          <a:xfrm>
            <a:off x="548640" y="3200400"/>
            <a:ext cx="3291840" cy="12070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5" name="TextBox 994"/>
          <p:cNvSpPr txBox="1"/>
          <p:nvPr/>
        </p:nvSpPr>
        <p:spPr>
          <a:xfrm>
            <a:off x="749808" y="33101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018C"/>
                </a:solidFill>
                <a:latin typeface="Arial"/>
              </a:rPr>
              <a:t>Texto B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749808" y="3611880"/>
            <a:ext cx="297180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1">
                <a:solidFill>
                  <a:srgbClr val="1F2937"/>
                </a:solidFill>
                <a:latin typeface="Cambria"/>
              </a:rPr>
              <a:t>«Mejorar las vías y puentes veredales del municipio de Almeida»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548640" y="4617720"/>
            <a:ext cx="3291840" cy="5682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dirty="0">
                <a:solidFill>
                  <a:srgbClr val="4B5563"/>
                </a:solidFill>
                <a:latin typeface="Arial"/>
              </a:rPr>
              <a:t>Antes de </a:t>
            </a:r>
            <a:r>
              <a:rPr sz="1200" b="0" dirty="0" err="1">
                <a:solidFill>
                  <a:srgbClr val="4B5563"/>
                </a:solidFill>
                <a:latin typeface="Arial"/>
              </a:rPr>
              <a:t>contar</a:t>
            </a:r>
            <a:r>
              <a:rPr sz="1200" b="0" dirty="0">
                <a:solidFill>
                  <a:srgbClr val="4B5563"/>
                </a:solidFill>
                <a:latin typeface="Arial"/>
              </a:rPr>
              <a:t> se </a:t>
            </a:r>
            <a:r>
              <a:rPr sz="1200" b="0" dirty="0" err="1">
                <a:solidFill>
                  <a:srgbClr val="4B5563"/>
                </a:solidFill>
                <a:latin typeface="Arial"/>
              </a:rPr>
              <a:t>quitan</a:t>
            </a:r>
            <a:r>
              <a:rPr sz="1200" b="0" dirty="0">
                <a:solidFill>
                  <a:srgbClr val="4B5563"/>
                </a:solidFill>
                <a:latin typeface="Arial"/>
              </a:rPr>
              <a:t> tildes y palabras sin </a:t>
            </a:r>
            <a:r>
              <a:rPr sz="1200" b="0" dirty="0" err="1">
                <a:solidFill>
                  <a:srgbClr val="4B5563"/>
                </a:solidFill>
                <a:latin typeface="Arial"/>
              </a:rPr>
              <a:t>contenido</a:t>
            </a:r>
            <a:r>
              <a:rPr sz="1200" b="0" dirty="0">
                <a:solidFill>
                  <a:srgbClr val="4B5563"/>
                </a:solidFill>
                <a:latin typeface="Arial"/>
              </a:rPr>
              <a:t>: las, y, </a:t>
            </a:r>
            <a:r>
              <a:rPr sz="1200" b="0" dirty="0" err="1">
                <a:solidFill>
                  <a:srgbClr val="4B5563"/>
                </a:solidFill>
                <a:latin typeface="Arial"/>
              </a:rPr>
              <a:t>los</a:t>
            </a:r>
            <a:r>
              <a:rPr sz="1200" b="0" dirty="0">
                <a:solidFill>
                  <a:srgbClr val="4B5563"/>
                </a:solidFill>
                <a:latin typeface="Arial"/>
              </a:rPr>
              <a:t>, de, del.</a:t>
            </a:r>
            <a:r>
              <a:rPr lang="es-CO" sz="1200" b="0" dirty="0">
                <a:solidFill>
                  <a:srgbClr val="4B5563"/>
                </a:solidFill>
                <a:latin typeface="Arial"/>
              </a:rPr>
              <a:t> Palabras de parada.</a:t>
            </a:r>
            <a:endParaRPr sz="1200" b="0" dirty="0">
              <a:solidFill>
                <a:srgbClr val="4B5563"/>
              </a:solidFill>
              <a:latin typeface="Arial"/>
            </a:endParaRPr>
          </a:p>
        </p:txBody>
      </p:sp>
      <p:graphicFrame>
        <p:nvGraphicFramePr>
          <p:cNvPr id="998" name="Table 997"/>
          <p:cNvGraphicFramePr>
            <a:graphicFrameLocks noGrp="1"/>
          </p:cNvGraphicFramePr>
          <p:nvPr/>
        </p:nvGraphicFramePr>
        <p:xfrm>
          <a:off x="4114800" y="1828800"/>
          <a:ext cx="292608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Palabra</a:t>
                      </a:r>
                    </a:p>
                  </a:txBody>
                  <a:tcPr marT="18288" marB="18288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T="18288" marB="18288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T="18288" marB="18288" anchor="ctr">
                    <a:solidFill>
                      <a:srgbClr val="0050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vías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veredales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puentes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almeida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arreglar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mejorar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municipio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99" name="TextBox 998"/>
          <p:cNvSpPr txBox="1"/>
          <p:nvPr/>
        </p:nvSpPr>
        <p:spPr>
          <a:xfrm>
            <a:off x="4114800" y="4553712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50A5"/>
                </a:solidFill>
                <a:latin typeface="Arial"/>
              </a:rPr>
              <a:t>4 palabras en común</a:t>
            </a:r>
            <a:r>
              <a:rPr sz="1300" b="0">
                <a:solidFill>
                  <a:srgbClr val="4B5563"/>
                </a:solidFill>
                <a:latin typeface="Arial"/>
              </a:rPr>
              <a:t> (filas resaltadas)</a:t>
            </a:r>
          </a:p>
        </p:txBody>
      </p:sp>
      <p:sp>
        <p:nvSpPr>
          <p:cNvPr id="1000" name="Fórmula"/>
          <p:cNvSpPr/>
          <p:nvPr/>
        </p:nvSpPr>
        <p:spPr>
          <a:xfrm>
            <a:off x="7315200" y="1828800"/>
            <a:ext cx="35204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1" name="Picture 1000" descr="f_cont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965960"/>
            <a:ext cx="3154680" cy="1213173"/>
          </a:xfrm>
          <a:prstGeom prst="rect">
            <a:avLst/>
          </a:prstGeom>
        </p:spPr>
      </p:pic>
      <p:sp>
        <p:nvSpPr>
          <p:cNvPr id="1002" name="TextBox 1001"/>
          <p:cNvSpPr txBox="1"/>
          <p:nvPr/>
        </p:nvSpPr>
        <p:spPr>
          <a:xfrm>
            <a:off x="7498079" y="3246120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Arial"/>
              </a:rPr>
              <a:t>aₚ, bₚ: veces que aparece la palabra p en el texto A y en el texto B</a:t>
            </a:r>
          </a:p>
        </p:txBody>
      </p:sp>
      <p:pic>
        <p:nvPicPr>
          <p:cNvPr id="1003" name="Picture 1002" descr="f_conteo_ej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3840480"/>
            <a:ext cx="2103120" cy="796711"/>
          </a:xfrm>
          <a:prstGeom prst="rect">
            <a:avLst/>
          </a:prstGeom>
        </p:spPr>
      </p:pic>
      <p:sp>
        <p:nvSpPr>
          <p:cNvPr id="1004" name="TextBox 1003"/>
          <p:cNvSpPr txBox="1"/>
          <p:nvPr/>
        </p:nvSpPr>
        <p:spPr>
          <a:xfrm>
            <a:off x="7498079" y="4681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1 = mismas palabras · 0 = ninguna en común</a:t>
            </a:r>
          </a:p>
        </p:txBody>
      </p:sp>
      <p:sp>
        <p:nvSpPr>
          <p:cNvPr id="1005" name="Ventaja"/>
          <p:cNvSpPr/>
          <p:nvPr/>
        </p:nvSpPr>
        <p:spPr>
          <a:xfrm>
            <a:off x="54864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E6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6" name="Oval 1005"/>
          <p:cNvSpPr/>
          <p:nvPr/>
        </p:nvSpPr>
        <p:spPr>
          <a:xfrm>
            <a:off x="713232" y="5504688"/>
            <a:ext cx="457200" cy="457200"/>
          </a:xfrm>
          <a:prstGeom prst="ellipse">
            <a:avLst/>
          </a:prstGeom>
          <a:solidFill>
            <a:srgbClr val="00B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7" name="Picture 1006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5614416"/>
            <a:ext cx="237744" cy="237744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129844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Ventaja: </a:t>
            </a:r>
            <a:r>
              <a:rPr sz="1300" b="0">
                <a:solidFill>
                  <a:srgbClr val="1F2937"/>
                </a:solidFill>
                <a:latin typeface="Arial"/>
              </a:rPr>
              <a:t>simple, rápido y no depende de la longitud del texto.</a:t>
            </a:r>
          </a:p>
        </p:txBody>
      </p:sp>
      <p:sp>
        <p:nvSpPr>
          <p:cNvPr id="1009" name="Limitación"/>
          <p:cNvSpPr/>
          <p:nvPr/>
        </p:nvSpPr>
        <p:spPr>
          <a:xfrm>
            <a:off x="576072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0" name="Oval 1009"/>
          <p:cNvSpPr/>
          <p:nvPr/>
        </p:nvSpPr>
        <p:spPr>
          <a:xfrm>
            <a:off x="5925312" y="5504688"/>
            <a:ext cx="457200" cy="457200"/>
          </a:xfrm>
          <a:prstGeom prst="ellipse">
            <a:avLst/>
          </a:prstGeom>
          <a:solidFill>
            <a:srgbClr val="FF8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1" name="Picture 1010" descr="warn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40" y="5614416"/>
            <a:ext cx="237744" cy="237744"/>
          </a:xfrm>
          <a:prstGeom prst="rect">
            <a:avLst/>
          </a:prstGeom>
        </p:spPr>
      </p:pic>
      <p:sp>
        <p:nvSpPr>
          <p:cNvPr id="1012" name="TextBox 1011"/>
          <p:cNvSpPr txBox="1"/>
          <p:nvPr/>
        </p:nvSpPr>
        <p:spPr>
          <a:xfrm>
            <a:off x="651052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Arial"/>
              </a:rPr>
              <a:t>Limitación: </a:t>
            </a:r>
            <a:r>
              <a:rPr sz="1300" b="0">
                <a:solidFill>
                  <a:srgbClr val="1F2937"/>
                </a:solidFill>
                <a:latin typeface="Arial"/>
              </a:rPr>
              <a:t>no reconoce sinónimos (carretera ≠ vía) ni errores de digitación.</a:t>
            </a:r>
          </a:p>
        </p:txBody>
      </p:sp>
      <p:sp>
        <p:nvSpPr>
          <p:cNvPr id="1013" name="Fuente"/>
          <p:cNvSpPr txBox="1"/>
          <p:nvPr/>
        </p:nvSpPr>
        <p:spPr>
          <a:xfrm>
            <a:off x="548640" y="629107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Fuente: Manning, Raghavan y Schütze (2008), Introduction to Information Retrieval, Cambridge University Press, cap. 6.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 dirty="0" err="1">
                <a:solidFill>
                  <a:srgbClr val="0050A5"/>
                </a:solidFill>
                <a:latin typeface="Charter Black"/>
              </a:rPr>
              <a:t>Índice</a:t>
            </a:r>
            <a:r>
              <a:rPr sz="3000" b="1" dirty="0">
                <a:solidFill>
                  <a:srgbClr val="0050A5"/>
                </a:solidFill>
                <a:latin typeface="Charter Black"/>
              </a:rPr>
              <a:t> 2: </a:t>
            </a:r>
            <a:r>
              <a:rPr sz="3000" b="1" dirty="0" err="1">
                <a:solidFill>
                  <a:srgbClr val="0050A5"/>
                </a:solidFill>
                <a:latin typeface="Charter Black"/>
              </a:rPr>
              <a:t>índice</a:t>
            </a:r>
            <a:r>
              <a:rPr sz="3000" b="1" dirty="0">
                <a:solidFill>
                  <a:srgbClr val="0050A5"/>
                </a:solidFill>
                <a:latin typeface="Charter Black"/>
              </a:rPr>
              <a:t> de Jaccard (conjuntos</a:t>
            </a:r>
            <a:r>
              <a:rPr lang="es-CO" sz="3000" b="1" dirty="0">
                <a:solidFill>
                  <a:srgbClr val="0050A5"/>
                </a:solidFill>
                <a:latin typeface="Charter Black"/>
              </a:rPr>
              <a:t> de palabras</a:t>
            </a:r>
            <a:r>
              <a:rPr sz="3000" b="1" dirty="0">
                <a:solidFill>
                  <a:srgbClr val="0050A5"/>
                </a:solidFill>
                <a:latin typeface="Charter Black"/>
              </a:rPr>
              <a:t>)</a:t>
            </a: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Arial"/>
              </a:rPr>
              <a:t>Compara los conjuntos de palabras de dos textos: lo que tienen en común dividido entre todo lo que contienen.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pic>
        <p:nvPicPr>
          <p:cNvPr id="991" name="Picture 990" descr="d_ven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874519"/>
            <a:ext cx="3017520" cy="2099736"/>
          </a:xfrm>
          <a:prstGeom prst="rect">
            <a:avLst/>
          </a:prstGeom>
        </p:spPr>
      </p:pic>
      <p:sp>
        <p:nvSpPr>
          <p:cNvPr id="992" name="TextBox 991"/>
          <p:cNvSpPr txBox="1"/>
          <p:nvPr/>
        </p:nvSpPr>
        <p:spPr>
          <a:xfrm>
            <a:off x="548640" y="4023360"/>
            <a:ext cx="30175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5563"/>
                </a:solidFill>
                <a:latin typeface="Arial"/>
              </a:rPr>
              <a:t>Con los mismos textos A y B del índice 1, después de quitar tildes y palabras sin contenido.</a:t>
            </a:r>
          </a:p>
        </p:txBody>
      </p:sp>
      <p:graphicFrame>
        <p:nvGraphicFramePr>
          <p:cNvPr id="993" name="Table 992"/>
          <p:cNvGraphicFramePr>
            <a:graphicFrameLocks noGrp="1"/>
          </p:cNvGraphicFramePr>
          <p:nvPr/>
        </p:nvGraphicFramePr>
        <p:xfrm>
          <a:off x="3749039" y="1828800"/>
          <a:ext cx="3383280" cy="2871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Conjunto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Palabras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arreglar, vías, veredales, puentes, almeida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mejorar, vías, puentes, veredales, municipio, almeida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937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 ∩ B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vías, veredales, puentes, almeida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A ∪ B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las 7 palabras distintas de ambos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937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4" name="Fórmula"/>
          <p:cNvSpPr/>
          <p:nvPr/>
        </p:nvSpPr>
        <p:spPr>
          <a:xfrm>
            <a:off x="7315200" y="1828800"/>
            <a:ext cx="35204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95" name="Picture 994" descr="f_ja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011680"/>
            <a:ext cx="2377440" cy="848691"/>
          </a:xfrm>
          <a:prstGeom prst="rect">
            <a:avLst/>
          </a:prstGeom>
        </p:spPr>
      </p:pic>
      <p:sp>
        <p:nvSpPr>
          <p:cNvPr id="996" name="TextBox 995"/>
          <p:cNvSpPr txBox="1"/>
          <p:nvPr/>
        </p:nvSpPr>
        <p:spPr>
          <a:xfrm>
            <a:off x="7498079" y="292608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Arial"/>
              </a:rPr>
              <a:t>A ∩ B: elementos en común · A ∪ B: todos los elementos distintos · |·|: cantidad</a:t>
            </a:r>
          </a:p>
        </p:txBody>
      </p:sp>
      <p:pic>
        <p:nvPicPr>
          <p:cNvPr id="997" name="Picture 996" descr="f_jac_e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657600"/>
            <a:ext cx="1463040" cy="691418"/>
          </a:xfrm>
          <a:prstGeom prst="rect">
            <a:avLst/>
          </a:prstGeom>
        </p:spPr>
      </p:pic>
      <p:sp>
        <p:nvSpPr>
          <p:cNvPr id="998" name="TextBox 997"/>
          <p:cNvSpPr txBox="1"/>
          <p:nvPr/>
        </p:nvSpPr>
        <p:spPr>
          <a:xfrm>
            <a:off x="7498079" y="4681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1 = mismo conjunto · 0 = nada en común</a:t>
            </a:r>
          </a:p>
        </p:txBody>
      </p:sp>
      <p:sp>
        <p:nvSpPr>
          <p:cNvPr id="999" name="Ventaja"/>
          <p:cNvSpPr/>
          <p:nvPr/>
        </p:nvSpPr>
        <p:spPr>
          <a:xfrm>
            <a:off x="54864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E6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0" name="Oval 999"/>
          <p:cNvSpPr/>
          <p:nvPr/>
        </p:nvSpPr>
        <p:spPr>
          <a:xfrm>
            <a:off x="713232" y="5504688"/>
            <a:ext cx="457200" cy="457200"/>
          </a:xfrm>
          <a:prstGeom prst="ellipse">
            <a:avLst/>
          </a:prstGeom>
          <a:solidFill>
            <a:srgbClr val="00B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1" name="Picture 1000" descr="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14416"/>
            <a:ext cx="237744" cy="237744"/>
          </a:xfrm>
          <a:prstGeom prst="rect">
            <a:avLst/>
          </a:prstGeom>
        </p:spPr>
      </p:pic>
      <p:sp>
        <p:nvSpPr>
          <p:cNvPr id="1002" name="TextBox 1001"/>
          <p:cNvSpPr txBox="1"/>
          <p:nvPr/>
        </p:nvSpPr>
        <p:spPr>
          <a:xfrm>
            <a:off x="129844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Ventaja: </a:t>
            </a:r>
            <a:r>
              <a:rPr sz="1300" b="0">
                <a:solidFill>
                  <a:srgbClr val="1F2937"/>
                </a:solidFill>
                <a:latin typeface="Arial"/>
              </a:rPr>
              <a:t>aplicado a fragmentos de 5 letras tolera errores de digitación: un reenvío con dos errores obtuvo 0,89.</a:t>
            </a:r>
          </a:p>
        </p:txBody>
      </p:sp>
      <p:sp>
        <p:nvSpPr>
          <p:cNvPr id="1003" name="Limitación"/>
          <p:cNvSpPr/>
          <p:nvPr/>
        </p:nvSpPr>
        <p:spPr>
          <a:xfrm>
            <a:off x="576072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4" name="Oval 1003"/>
          <p:cNvSpPr/>
          <p:nvPr/>
        </p:nvSpPr>
        <p:spPr>
          <a:xfrm>
            <a:off x="5925312" y="5504688"/>
            <a:ext cx="457200" cy="457200"/>
          </a:xfrm>
          <a:prstGeom prst="ellipse">
            <a:avLst/>
          </a:prstGeom>
          <a:solidFill>
            <a:srgbClr val="FF8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5" name="Picture 1004" descr="war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5614416"/>
            <a:ext cx="237744" cy="237744"/>
          </a:xfrm>
          <a:prstGeom prst="rect">
            <a:avLst/>
          </a:prstGeom>
        </p:spPr>
      </p:pic>
      <p:sp>
        <p:nvSpPr>
          <p:cNvPr id="1006" name="TextBox 1005"/>
          <p:cNvSpPr txBox="1"/>
          <p:nvPr/>
        </p:nvSpPr>
        <p:spPr>
          <a:xfrm>
            <a:off x="651052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Limitación: </a:t>
            </a:r>
            <a:r>
              <a:rPr sz="1300" b="0">
                <a:solidFill>
                  <a:srgbClr val="1F2937"/>
                </a:solidFill>
                <a:latin typeface="Arial"/>
              </a:rPr>
              <a:t>no reconoce sinónimos ni la misma idea dicha con otras palabras.</a:t>
            </a:r>
          </a:p>
        </p:txBody>
      </p:sp>
      <p:sp>
        <p:nvSpPr>
          <p:cNvPr id="1007" name="Fuente"/>
          <p:cNvSpPr txBox="1"/>
          <p:nvPr/>
        </p:nvSpPr>
        <p:spPr>
          <a:xfrm>
            <a:off x="548640" y="629107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Fuentes: Broder (1997), On the resemblance and containment of documents; Manning, Raghavan y Schütze (2008), cap. 19.6.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0050A5"/>
                </a:solidFill>
                <a:latin typeface="Charter Black"/>
              </a:rPr>
              <a:t>Índice 3: coseno semántico</a:t>
            </a: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4B5563"/>
                </a:solidFill>
                <a:latin typeface="Arial"/>
              </a:rPr>
              <a:t>Un modelo de lenguaje convierte cada texto en un vector de números según su significado; luego se aplica el coseno.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sp>
        <p:nvSpPr>
          <p:cNvPr id="991" name="Texto A"/>
          <p:cNvSpPr/>
          <p:nvPr/>
        </p:nvSpPr>
        <p:spPr>
          <a:xfrm>
            <a:off x="548640" y="1828800"/>
            <a:ext cx="30175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2" name="TextBox 991"/>
          <p:cNvSpPr txBox="1"/>
          <p:nvPr/>
        </p:nvSpPr>
        <p:spPr>
          <a:xfrm>
            <a:off x="731520" y="192024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018C"/>
                </a:solidFill>
                <a:latin typeface="Arial"/>
              </a:rPr>
              <a:t>Texto A</a:t>
            </a:r>
          </a:p>
        </p:txBody>
      </p:sp>
      <p:sp>
        <p:nvSpPr>
          <p:cNvPr id="993" name="TextBox 992"/>
          <p:cNvSpPr txBox="1"/>
          <p:nvPr/>
        </p:nvSpPr>
        <p:spPr>
          <a:xfrm>
            <a:off x="731520" y="22128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Cambria"/>
              </a:rPr>
              <a:t>«Arreglar la carretera de la vereda»</a:t>
            </a:r>
          </a:p>
        </p:txBody>
      </p:sp>
      <p:sp>
        <p:nvSpPr>
          <p:cNvPr id="994" name="Texto B"/>
          <p:cNvSpPr/>
          <p:nvPr/>
        </p:nvSpPr>
        <p:spPr>
          <a:xfrm>
            <a:off x="548640" y="2880360"/>
            <a:ext cx="3017520" cy="8961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5" name="TextBox 994"/>
          <p:cNvSpPr txBox="1"/>
          <p:nvPr/>
        </p:nvSpPr>
        <p:spPr>
          <a:xfrm>
            <a:off x="731520" y="29718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FF018C"/>
                </a:solidFill>
                <a:latin typeface="Arial"/>
              </a:rPr>
              <a:t>Texto B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731520" y="3264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1F2937"/>
                </a:solidFill>
                <a:latin typeface="Cambria"/>
              </a:rPr>
              <a:t>«Mejorar la vía rural»</a:t>
            </a:r>
          </a:p>
        </p:txBody>
      </p:sp>
      <p:sp>
        <p:nvSpPr>
          <p:cNvPr id="997" name="Down Arrow 996"/>
          <p:cNvSpPr/>
          <p:nvPr/>
        </p:nvSpPr>
        <p:spPr>
          <a:xfrm>
            <a:off x="1920240" y="3840480"/>
            <a:ext cx="274320" cy="246888"/>
          </a:xfrm>
          <a:prstGeom prst="downArrow">
            <a:avLst/>
          </a:prstGeom>
          <a:solidFill>
            <a:srgbClr val="9AA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8" name="Modelo"/>
          <p:cNvSpPr/>
          <p:nvPr/>
        </p:nvSpPr>
        <p:spPr>
          <a:xfrm>
            <a:off x="548640" y="4160520"/>
            <a:ext cx="3017520" cy="868680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 w="19050">
            <a:solidFill>
              <a:srgbClr val="0050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9" name="Oval 998"/>
          <p:cNvSpPr/>
          <p:nvPr/>
        </p:nvSpPr>
        <p:spPr>
          <a:xfrm>
            <a:off x="713232" y="4334256"/>
            <a:ext cx="512064" cy="512064"/>
          </a:xfrm>
          <a:prstGeom prst="ellipse">
            <a:avLst/>
          </a:prstGeom>
          <a:solidFill>
            <a:srgbClr val="AB22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0" name="Picture 999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127" y="4457151"/>
            <a:ext cx="266273" cy="266273"/>
          </a:xfrm>
          <a:prstGeom prst="rect">
            <a:avLst/>
          </a:prstGeom>
        </p:spPr>
      </p:pic>
      <p:sp>
        <p:nvSpPr>
          <p:cNvPr id="1001" name="TextBox 1000"/>
          <p:cNvSpPr txBox="1"/>
          <p:nvPr/>
        </p:nvSpPr>
        <p:spPr>
          <a:xfrm>
            <a:off x="1371600" y="4394805"/>
            <a:ext cx="2148840" cy="4001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400" b="1" dirty="0">
                <a:solidFill>
                  <a:srgbClr val="0050A5"/>
                </a:solidFill>
                <a:latin typeface="Arial"/>
              </a:rPr>
              <a:t>Modelo de </a:t>
            </a:r>
            <a:r>
              <a:rPr sz="1400" b="1" dirty="0" err="1">
                <a:solidFill>
                  <a:srgbClr val="0050A5"/>
                </a:solidFill>
                <a:latin typeface="Arial"/>
              </a:rPr>
              <a:t>lenguaje</a:t>
            </a:r>
            <a:endParaRPr lang="en-US" sz="1400" b="1" dirty="0">
              <a:solidFill>
                <a:srgbClr val="0050A5"/>
              </a:solidFill>
              <a:latin typeface="Arial"/>
            </a:endParaRPr>
          </a:p>
          <a:p>
            <a:pPr algn="l"/>
            <a:r>
              <a:rPr lang="en-US" sz="1200" b="0" dirty="0" err="1">
                <a:solidFill>
                  <a:srgbClr val="4B5563"/>
                </a:solidFill>
                <a:latin typeface="Arial"/>
              </a:rPr>
              <a:t>Requiere</a:t>
            </a:r>
            <a:r>
              <a:rPr lang="en-US" sz="1200" b="0" dirty="0">
                <a:solidFill>
                  <a:srgbClr val="4B5563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4B5563"/>
                </a:solidFill>
                <a:latin typeface="Arial"/>
              </a:rPr>
              <a:t>más</a:t>
            </a:r>
            <a:r>
              <a:rPr lang="en-US" sz="1200" b="0" dirty="0">
                <a:solidFill>
                  <a:srgbClr val="4B5563"/>
                </a:solidFill>
                <a:latin typeface="Arial"/>
              </a:rPr>
              <a:t> </a:t>
            </a:r>
            <a:r>
              <a:rPr lang="en-US" sz="1200" b="0" dirty="0" err="1">
                <a:solidFill>
                  <a:srgbClr val="4B5563"/>
                </a:solidFill>
                <a:latin typeface="Arial"/>
              </a:rPr>
              <a:t>computo</a:t>
            </a:r>
            <a:r>
              <a:rPr lang="en-US" sz="12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graphicFrame>
        <p:nvGraphicFramePr>
          <p:cNvPr id="1002" name="Table 1001"/>
          <p:cNvGraphicFramePr>
            <a:graphicFrameLocks noGrp="1"/>
          </p:cNvGraphicFramePr>
          <p:nvPr/>
        </p:nvGraphicFramePr>
        <p:xfrm>
          <a:off x="3657600" y="1828800"/>
          <a:ext cx="3474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Componente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u_A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u_B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u_A·u_B</a:t>
                      </a:r>
                    </a:p>
                  </a:txBody>
                  <a:tcPr marL="73152" marR="73152" marT="27432" marB="27432" anchor="ctr">
                    <a:solidFill>
                      <a:srgbClr val="0050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0,56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0,30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0,02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Suma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0,88</a:t>
                      </a:r>
                    </a:p>
                  </a:txBody>
                  <a:tcPr marL="73152" marR="73152" marT="27432" marB="27432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Longitud ‖u‖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0,949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0,943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03" name="TextBox 1002"/>
          <p:cNvSpPr txBox="1"/>
          <p:nvPr/>
        </p:nvSpPr>
        <p:spPr>
          <a:xfrm>
            <a:off x="3749039" y="4434840"/>
            <a:ext cx="338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4B5563"/>
                </a:solidFill>
                <a:latin typeface="Arial"/>
              </a:rPr>
              <a:t>Vectores ilustrativos de 3 números; un modelo real usa 384.</a:t>
            </a:r>
          </a:p>
        </p:txBody>
      </p:sp>
      <p:sp>
        <p:nvSpPr>
          <p:cNvPr id="1004" name="Fórmula"/>
          <p:cNvSpPr/>
          <p:nvPr/>
        </p:nvSpPr>
        <p:spPr>
          <a:xfrm>
            <a:off x="7315200" y="1828800"/>
            <a:ext cx="3520440" cy="3337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5D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5" name="Picture 1004" descr="f_se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011680"/>
            <a:ext cx="2971800" cy="735594"/>
          </a:xfrm>
          <a:prstGeom prst="rect">
            <a:avLst/>
          </a:prstGeom>
        </p:spPr>
      </p:pic>
      <p:sp>
        <p:nvSpPr>
          <p:cNvPr id="1006" name="TextBox 1005"/>
          <p:cNvSpPr txBox="1"/>
          <p:nvPr/>
        </p:nvSpPr>
        <p:spPr>
          <a:xfrm>
            <a:off x="7498079" y="2880360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Arial"/>
              </a:rPr>
              <a:t>u_A, u_B: vectores que el modelo asigna a cada texto · ‖u‖: longitud del vector</a:t>
            </a:r>
          </a:p>
        </p:txBody>
      </p:sp>
      <p:pic>
        <p:nvPicPr>
          <p:cNvPr id="1007" name="Picture 1006" descr="f_sem_ej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3703320"/>
            <a:ext cx="2880360" cy="665088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7498079" y="4681728"/>
            <a:ext cx="32004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4B5563"/>
                </a:solidFill>
                <a:latin typeface="Arial"/>
              </a:rPr>
              <a:t>1 = mismo significado · 0 = sin relación</a:t>
            </a:r>
          </a:p>
        </p:txBody>
      </p:sp>
      <p:sp>
        <p:nvSpPr>
          <p:cNvPr id="1009" name="Ventaja"/>
          <p:cNvSpPr/>
          <p:nvPr/>
        </p:nvSpPr>
        <p:spPr>
          <a:xfrm>
            <a:off x="54864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E6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0" name="Oval 1009"/>
          <p:cNvSpPr/>
          <p:nvPr/>
        </p:nvSpPr>
        <p:spPr>
          <a:xfrm>
            <a:off x="713232" y="5504688"/>
            <a:ext cx="457200" cy="457200"/>
          </a:xfrm>
          <a:prstGeom prst="ellipse">
            <a:avLst/>
          </a:prstGeom>
          <a:solidFill>
            <a:srgbClr val="00B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1" name="Picture 1010" descr="chec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614416"/>
            <a:ext cx="237744" cy="237744"/>
          </a:xfrm>
          <a:prstGeom prst="rect">
            <a:avLst/>
          </a:prstGeom>
        </p:spPr>
      </p:pic>
      <p:sp>
        <p:nvSpPr>
          <p:cNvPr id="1012" name="TextBox 1011"/>
          <p:cNvSpPr txBox="1"/>
          <p:nvPr/>
        </p:nvSpPr>
        <p:spPr>
          <a:xfrm>
            <a:off x="129844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Ventaja: </a:t>
            </a:r>
            <a:r>
              <a:rPr sz="1300" b="0">
                <a:solidFill>
                  <a:srgbClr val="1F2937"/>
                </a:solidFill>
                <a:latin typeface="Arial"/>
              </a:rPr>
              <a:t>reconoce sinónimos y paráfrasis aunque las palabras no coincidan.</a:t>
            </a:r>
          </a:p>
        </p:txBody>
      </p:sp>
      <p:sp>
        <p:nvSpPr>
          <p:cNvPr id="1013" name="Limitación"/>
          <p:cNvSpPr/>
          <p:nvPr/>
        </p:nvSpPr>
        <p:spPr>
          <a:xfrm>
            <a:off x="5760720" y="5349240"/>
            <a:ext cx="5074920" cy="777240"/>
          </a:xfrm>
          <a:prstGeom prst="roundRect">
            <a:avLst>
              <a:gd name="adj" fmla="val 6000"/>
            </a:avLst>
          </a:prstGeom>
          <a:solidFill>
            <a:srgbClr val="FFF1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4" name="Oval 1013"/>
          <p:cNvSpPr/>
          <p:nvPr/>
        </p:nvSpPr>
        <p:spPr>
          <a:xfrm>
            <a:off x="5925312" y="5504688"/>
            <a:ext cx="457200" cy="457200"/>
          </a:xfrm>
          <a:prstGeom prst="ellipse">
            <a:avLst/>
          </a:prstGeom>
          <a:solidFill>
            <a:srgbClr val="FF8D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15" name="Picture 1014" descr="warn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35040" y="5614416"/>
            <a:ext cx="237744" cy="237744"/>
          </a:xfrm>
          <a:prstGeom prst="rect">
            <a:avLst/>
          </a:prstGeom>
        </p:spPr>
      </p:pic>
      <p:sp>
        <p:nvSpPr>
          <p:cNvPr id="1016" name="TextBox 1015"/>
          <p:cNvSpPr txBox="1"/>
          <p:nvPr/>
        </p:nvSpPr>
        <p:spPr>
          <a:xfrm>
            <a:off x="6510528" y="5376672"/>
            <a:ext cx="425196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Limitación: </a:t>
            </a:r>
            <a:r>
              <a:rPr sz="1300" b="0">
                <a:solidFill>
                  <a:srgbClr val="1F2937"/>
                </a:solidFill>
                <a:latin typeface="Arial"/>
              </a:rPr>
              <a:t>requiere un modelo de lenguaje ejecutado dentro de la entidad y más cómputo.</a:t>
            </a:r>
          </a:p>
        </p:txBody>
      </p:sp>
      <p:sp>
        <p:nvSpPr>
          <p:cNvPr id="1017" name="Fuente"/>
          <p:cNvSpPr txBox="1"/>
          <p:nvPr/>
        </p:nvSpPr>
        <p:spPr>
          <a:xfrm>
            <a:off x="548640" y="6291072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Arial"/>
              </a:rPr>
              <a:t>Fuentes: Reimers y Gurevych (2019), Sentence-BERT, EMNLP; CDO Council (2021), Implementing Federal-Wide Comment Analysis Tools.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>
                <a:solidFill>
                  <a:srgbClr val="0050A5"/>
                </a:solidFill>
                <a:latin typeface="Charter Black"/>
              </a:rPr>
              <a:t>¿Cuántas comparaciones se necesitan?</a:t>
            </a: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dirty="0" err="1">
                <a:solidFill>
                  <a:srgbClr val="4B5563"/>
                </a:solidFill>
                <a:latin typeface="Arial"/>
              </a:rPr>
              <a:t>Comparar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todas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las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propuestas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entre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sí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es un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problema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combinatoria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: se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cuentan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las parejas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posibles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entre n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propuestas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pic>
        <p:nvPicPr>
          <p:cNvPr id="991" name="Picture 990" descr="d_graf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783080"/>
            <a:ext cx="2286000" cy="2203704"/>
          </a:xfrm>
          <a:prstGeom prst="rect">
            <a:avLst/>
          </a:prstGeom>
        </p:spPr>
      </p:pic>
      <p:sp>
        <p:nvSpPr>
          <p:cNvPr id="992" name="TextBox 991"/>
          <p:cNvSpPr txBox="1"/>
          <p:nvPr/>
        </p:nvSpPr>
        <p:spPr>
          <a:xfrm>
            <a:off x="548640" y="3977639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0050A5"/>
                </a:solidFill>
                <a:latin typeface="Arial"/>
              </a:rPr>
              <a:t>5 propuestas → 10 parejas</a:t>
            </a:r>
          </a:p>
        </p:txBody>
      </p:sp>
      <p:pic>
        <p:nvPicPr>
          <p:cNvPr id="993" name="Picture 992" descr="f_comb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563688"/>
            <a:ext cx="2651760" cy="839585"/>
          </a:xfrm>
          <a:prstGeom prst="rect">
            <a:avLst/>
          </a:prstGeom>
        </p:spPr>
      </p:pic>
      <p:graphicFrame>
        <p:nvGraphicFramePr>
          <p:cNvPr id="996" name="Table 9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135209"/>
              </p:ext>
            </p:extLst>
          </p:nvPr>
        </p:nvGraphicFramePr>
        <p:xfrm>
          <a:off x="4114800" y="1907768"/>
          <a:ext cx="672084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0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Cálculo</a:t>
                      </a:r>
                    </a:p>
                  </a:txBody>
                  <a:tcPr marL="109728" marR="109728" anchor="ctr">
                    <a:solidFill>
                      <a:srgbClr val="0050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Tamaño</a:t>
                      </a:r>
                    </a:p>
                  </a:txBody>
                  <a:tcPr marL="109728" marR="109728" anchor="ctr">
                    <a:solidFill>
                      <a:srgbClr val="0050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Parejas por comparar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499.500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Índice 1: coseno (≈ 150 palabras por texto)</a:t>
                      </a:r>
                    </a:p>
                  </a:txBody>
                  <a:tcPr marL="109728" marR="10972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≈ 1,5 × 10⁸ operaciones</a:t>
                      </a:r>
                    </a:p>
                  </a:txBody>
                  <a:tcPr marL="109728" marR="10972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Índice 2: Jaccard (≤ 996 fragmentos por texto)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≈ 1,0 × 10⁹ operaciones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Índice 3: coseno semántico (vectores de 384)</a:t>
                      </a:r>
                    </a:p>
                  </a:txBody>
                  <a:tcPr marL="109728" marR="109728" anchor="ctr">
                    <a:solidFill>
                      <a:srgbClr val="EAF1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≈ 1,9 × 10⁸ multiplicaciones</a:t>
                      </a:r>
                    </a:p>
                  </a:txBody>
                  <a:tcPr marL="109728" marR="109728" anchor="ctr">
                    <a:solidFill>
                      <a:srgbClr val="EAF1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Arial"/>
                        </a:rPr>
                        <a:t>Matriz de similitud 1.000 × 1.000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F2937"/>
                          </a:solidFill>
                          <a:latin typeface="Arial"/>
                        </a:rPr>
                        <a:t>1.000.000 de celdas ≈ 4 MB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97" name="Rounded Rectangle 996"/>
          <p:cNvSpPr/>
          <p:nvPr/>
        </p:nvSpPr>
        <p:spPr>
          <a:xfrm>
            <a:off x="4114800" y="4387039"/>
            <a:ext cx="6720840" cy="658368"/>
          </a:xfrm>
          <a:prstGeom prst="roundRect">
            <a:avLst>
              <a:gd name="adj" fmla="val 6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98" name="Oval 997"/>
          <p:cNvSpPr/>
          <p:nvPr/>
        </p:nvSpPr>
        <p:spPr>
          <a:xfrm>
            <a:off x="4261104" y="4486376"/>
            <a:ext cx="438912" cy="438912"/>
          </a:xfrm>
          <a:prstGeom prst="ellipse">
            <a:avLst/>
          </a:prstGeom>
          <a:solidFill>
            <a:srgbClr val="0050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99" name="Picture 998" descr="chart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6442" y="4591714"/>
            <a:ext cx="228234" cy="228234"/>
          </a:xfrm>
          <a:prstGeom prst="rect">
            <a:avLst/>
          </a:prstGeom>
        </p:spPr>
      </p:pic>
      <p:sp>
        <p:nvSpPr>
          <p:cNvPr id="1000" name="TextBox 999"/>
          <p:cNvSpPr txBox="1"/>
          <p:nvPr/>
        </p:nvSpPr>
        <p:spPr>
          <a:xfrm>
            <a:off x="4828032" y="4394936"/>
            <a:ext cx="5897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Crece de forma cuadrática: </a:t>
            </a:r>
            <a:r>
              <a:rPr sz="1300" b="0">
                <a:solidFill>
                  <a:srgbClr val="1F2937"/>
                </a:solidFill>
                <a:latin typeface="Arial"/>
              </a:rPr>
              <a:t>con 10.000 propuestas las parejas se multiplican por 100 (≈ 50 millones).</a:t>
            </a:r>
          </a:p>
        </p:txBody>
      </p:sp>
      <p:sp>
        <p:nvSpPr>
          <p:cNvPr id="1001" name="Rounded Rectangle 1000"/>
          <p:cNvSpPr/>
          <p:nvPr/>
        </p:nvSpPr>
        <p:spPr>
          <a:xfrm>
            <a:off x="4114800" y="5136847"/>
            <a:ext cx="6720840" cy="658368"/>
          </a:xfrm>
          <a:prstGeom prst="roundRect">
            <a:avLst>
              <a:gd name="adj" fmla="val 6000"/>
            </a:avLst>
          </a:prstGeom>
          <a:solidFill>
            <a:srgbClr val="E6F7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02" name="Oval 1001"/>
          <p:cNvSpPr/>
          <p:nvPr/>
        </p:nvSpPr>
        <p:spPr>
          <a:xfrm>
            <a:off x="4261104" y="5236184"/>
            <a:ext cx="438912" cy="438912"/>
          </a:xfrm>
          <a:prstGeom prst="ellipse">
            <a:avLst/>
          </a:prstGeom>
          <a:solidFill>
            <a:srgbClr val="00B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03" name="Picture 1002" descr="filt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6442" y="5341522"/>
            <a:ext cx="228234" cy="228234"/>
          </a:xfrm>
          <a:prstGeom prst="rect">
            <a:avLst/>
          </a:prstGeom>
        </p:spPr>
      </p:pic>
      <p:sp>
        <p:nvSpPr>
          <p:cNvPr id="1004" name="TextBox 1003"/>
          <p:cNvSpPr txBox="1"/>
          <p:nvPr/>
        </p:nvSpPr>
        <p:spPr>
          <a:xfrm>
            <a:off x="4828032" y="5144744"/>
            <a:ext cx="58978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Arial"/>
              </a:rPr>
              <a:t>Cómo se controla: </a:t>
            </a:r>
            <a:r>
              <a:rPr sz="1300" b="0">
                <a:solidFill>
                  <a:srgbClr val="1F2937"/>
                </a:solidFill>
                <a:latin typeface="Arial"/>
              </a:rPr>
              <a:t>comparar dentro de bloques (mismo eje o departamento) y solo con los vecinos más cercanos de cada propuesta.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66928"/>
            <a:ext cx="9692640" cy="640080"/>
          </a:xfrm>
        </p:spPr>
        <p:txBody>
          <a:bodyPr wrap="square" lIns="0" tIns="0" rIns="0" bIns="0" anchor="t"/>
          <a:lstStyle/>
          <a:p>
            <a:pPr algn="l"/>
            <a:r>
              <a:rPr sz="3000" b="1" dirty="0" err="1">
                <a:solidFill>
                  <a:srgbClr val="0050A5"/>
                </a:solidFill>
                <a:latin typeface="Charter Black"/>
              </a:rPr>
              <a:t>Propuesta</a:t>
            </a:r>
            <a:r>
              <a:rPr sz="3000" b="1" dirty="0">
                <a:solidFill>
                  <a:srgbClr val="0050A5"/>
                </a:solidFill>
                <a:latin typeface="Charter Black"/>
              </a:rPr>
              <a:t>: </a:t>
            </a:r>
            <a:r>
              <a:rPr lang="es-CO" sz="3000" b="1" dirty="0">
                <a:solidFill>
                  <a:srgbClr val="0050A5"/>
                </a:solidFill>
                <a:latin typeface="Charter Black"/>
              </a:rPr>
              <a:t>elegir algún </a:t>
            </a:r>
            <a:r>
              <a:rPr sz="3000" b="1" dirty="0" err="1">
                <a:solidFill>
                  <a:srgbClr val="0050A5"/>
                </a:solidFill>
                <a:latin typeface="Charter Black"/>
              </a:rPr>
              <a:t>índice</a:t>
            </a:r>
            <a:r>
              <a:rPr lang="es-CO" sz="3000" b="1" dirty="0">
                <a:solidFill>
                  <a:srgbClr val="0050A5"/>
                </a:solidFill>
                <a:latin typeface="Charter Black"/>
              </a:rPr>
              <a:t> o combinarlos</a:t>
            </a:r>
            <a:endParaRPr sz="3000" b="1" dirty="0">
              <a:solidFill>
                <a:srgbClr val="0050A5"/>
              </a:solidFill>
              <a:latin typeface="Charter Black"/>
            </a:endParaRPr>
          </a:p>
        </p:txBody>
      </p:sp>
      <p:sp>
        <p:nvSpPr>
          <p:cNvPr id="3" name="Entrada"/>
          <p:cNvSpPr txBox="1"/>
          <p:nvPr/>
        </p:nvSpPr>
        <p:spPr>
          <a:xfrm>
            <a:off x="548640" y="1207008"/>
            <a:ext cx="1024128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O" sz="1600" b="0" dirty="0">
                <a:solidFill>
                  <a:srgbClr val="4B5563"/>
                </a:solidFill>
                <a:latin typeface="Arial"/>
              </a:rPr>
              <a:t>Es posible tomar un solo índice o también es posible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combina</a:t>
            </a:r>
            <a:r>
              <a:rPr lang="es-CO" sz="1600" b="0" dirty="0">
                <a:solidFill>
                  <a:srgbClr val="4B5563"/>
                </a:solidFill>
                <a:latin typeface="Arial"/>
              </a:rPr>
              <a:t>r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los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tres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índices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en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uno solo, se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calcula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la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matriz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de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similitud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y se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marcan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como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duplicadas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las parejas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más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Arial"/>
              </a:rPr>
              <a:t>parecidas</a:t>
            </a:r>
            <a:r>
              <a:rPr sz="1600" b="0" dirty="0">
                <a:solidFill>
                  <a:srgbClr val="4B5563"/>
                </a:solidFill>
                <a:latin typeface="Arial"/>
              </a:rPr>
              <a:t>.</a:t>
            </a:r>
          </a:p>
        </p:txBody>
      </p:sp>
      <p:pic>
        <p:nvPicPr>
          <p:cNvPr id="990" name="Gráfico 15">
            <a:extLst>
              <a:ext uri="{FF2B5EF4-FFF2-40B4-BE49-F238E27FC236}">
                <a16:creationId xmlns:a16="http://schemas.microsoft.com/office/drawing/2014/main" id="{525A7CAA-7CE1-5DB3-D192-D8C46CBF47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91463" y="5405570"/>
            <a:ext cx="1809750" cy="1876425"/>
          </a:xfrm>
          <a:prstGeom prst="rect">
            <a:avLst/>
          </a:prstGeom>
        </p:spPr>
      </p:pic>
      <p:sp>
        <p:nvSpPr>
          <p:cNvPr id="991" name="Rounded Rectangle 990"/>
          <p:cNvSpPr/>
          <p:nvPr/>
        </p:nvSpPr>
        <p:spPr>
          <a:xfrm>
            <a:off x="54864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92" name="TextBox 991"/>
          <p:cNvSpPr txBox="1"/>
          <p:nvPr/>
        </p:nvSpPr>
        <p:spPr>
          <a:xfrm>
            <a:off x="1143000" y="184708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050A5"/>
                </a:solidFill>
                <a:latin typeface="Arial"/>
              </a:rPr>
              <a:t>Combinar los índices</a:t>
            </a:r>
          </a:p>
        </p:txBody>
      </p:sp>
      <p:pic>
        <p:nvPicPr>
          <p:cNvPr id="993" name="Picture 992" descr="f_com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2331720"/>
            <a:ext cx="4206240" cy="605492"/>
          </a:xfrm>
          <a:prstGeom prst="rect">
            <a:avLst/>
          </a:prstGeom>
        </p:spPr>
      </p:pic>
      <p:pic>
        <p:nvPicPr>
          <p:cNvPr id="994" name="Picture 993" descr="f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990088"/>
            <a:ext cx="1600200" cy="341586"/>
          </a:xfrm>
          <a:prstGeom prst="rect">
            <a:avLst/>
          </a:prstGeom>
        </p:spPr>
      </p:pic>
      <p:sp>
        <p:nvSpPr>
          <p:cNvPr id="995" name="Rounded Rectangle 994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96" name="TextBox 995"/>
          <p:cNvSpPr txBox="1"/>
          <p:nvPr/>
        </p:nvSpPr>
        <p:spPr>
          <a:xfrm>
            <a:off x="1143000" y="353872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050A5"/>
                </a:solidFill>
                <a:latin typeface="Arial"/>
              </a:rPr>
              <a:t>Construir la matriz n × n</a:t>
            </a:r>
          </a:p>
        </p:txBody>
      </p:sp>
      <p:sp>
        <p:nvSpPr>
          <p:cNvPr id="997" name="TextBox 996"/>
          <p:cNvSpPr txBox="1"/>
          <p:nvPr/>
        </p:nvSpPr>
        <p:spPr>
          <a:xfrm>
            <a:off x="1143000" y="395935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B5563"/>
                </a:solidFill>
                <a:latin typeface="Arial"/>
              </a:rPr>
              <a:t>Cada celda Sᵢⱼ es la similitud entre las propuestas i y j; la diagonal vale 1.</a:t>
            </a:r>
          </a:p>
        </p:txBody>
      </p:sp>
      <p:sp>
        <p:nvSpPr>
          <p:cNvPr id="998" name="Rounded Rectangle 997"/>
          <p:cNvSpPr/>
          <p:nvPr/>
        </p:nvSpPr>
        <p:spPr>
          <a:xfrm>
            <a:off x="548640" y="46177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F0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99" name="TextBox 998"/>
          <p:cNvSpPr txBox="1"/>
          <p:nvPr/>
        </p:nvSpPr>
        <p:spPr>
          <a:xfrm>
            <a:off x="1143000" y="4636008"/>
            <a:ext cx="438912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0050A5"/>
                </a:solidFill>
                <a:latin typeface="Arial"/>
              </a:rPr>
              <a:t>Marcar duplicadas</a:t>
            </a:r>
          </a:p>
        </p:txBody>
      </p:sp>
      <p:pic>
        <p:nvPicPr>
          <p:cNvPr id="1000" name="Picture 999" descr="f_regl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074920"/>
            <a:ext cx="2651760" cy="465326"/>
          </a:xfrm>
          <a:prstGeom prst="rect">
            <a:avLst/>
          </a:prstGeom>
        </p:spPr>
      </p:pic>
      <p:sp>
        <p:nvSpPr>
          <p:cNvPr id="1001" name="TextBox 1000"/>
          <p:cNvSpPr txBox="1"/>
          <p:nvPr/>
        </p:nvSpPr>
        <p:spPr>
          <a:xfrm>
            <a:off x="1143000" y="5559552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B5563"/>
                </a:solidFill>
                <a:latin typeface="Arial"/>
              </a:rPr>
              <a:t>Los pesos w y el umbral τ se calibran con una muestra de parejas revisada manualmente.</a:t>
            </a:r>
          </a:p>
        </p:txBody>
      </p:sp>
      <p:pic>
        <p:nvPicPr>
          <p:cNvPr id="1002" name="Picture 1001" descr="d_matriz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9320" y="1783080"/>
            <a:ext cx="4343400" cy="3281943"/>
          </a:xfrm>
          <a:prstGeom prst="rect">
            <a:avLst/>
          </a:prstGeom>
        </p:spPr>
      </p:pic>
      <p:sp>
        <p:nvSpPr>
          <p:cNvPr id="1003" name="TextBox 1002"/>
          <p:cNvSpPr txBox="1"/>
          <p:nvPr/>
        </p:nvSpPr>
        <p:spPr>
          <a:xfrm>
            <a:off x="5852160" y="5138928"/>
            <a:ext cx="49834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Arial"/>
              </a:rPr>
              <a:t>Ejemplo con los índices 1 y 2 (w₁ = w₂ = 0,5) y τ = 0,6: solo el reenvío (A–C) queda marcado como duplicado.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511ac3d-fcca-4f87-be16-ba2eb39fe1e4" xsi:nil="true"/>
    <lcf76f155ced4ddcb4097134ff3c332f xmlns="d6d752df-eba8-48ef-b8b7-9845a3bc56e0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434BC64D7E4C74DB5432FC0BCAAC51B" ma:contentTypeVersion="18" ma:contentTypeDescription="Crear nuevo documento." ma:contentTypeScope="" ma:versionID="486bcaf11c1712ef60a48c3b12ba5a73">
  <xsd:schema xmlns:xsd="http://www.w3.org/2001/XMLSchema" xmlns:xs="http://www.w3.org/2001/XMLSchema" xmlns:p="http://schemas.microsoft.com/office/2006/metadata/properties" xmlns:ns2="d6d752df-eba8-48ef-b8b7-9845a3bc56e0" xmlns:ns3="f511ac3d-fcca-4f87-be16-ba2eb39fe1e4" targetNamespace="http://schemas.microsoft.com/office/2006/metadata/properties" ma:root="true" ma:fieldsID="e4e39233a06f1cff021fbe63695692bd" ns2:_="" ns3:_="">
    <xsd:import namespace="d6d752df-eba8-48ef-b8b7-9845a3bc56e0"/>
    <xsd:import namespace="f511ac3d-fcca-4f87-be16-ba2eb39fe1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d752df-eba8-48ef-b8b7-9845a3bc56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b62b1f75-36e8-497c-b113-7998821e9f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11ac3d-fcca-4f87-be16-ba2eb39fe1e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125bb4-3705-4a3e-a257-79cc2e81fce5}" ma:internalName="TaxCatchAll" ma:showField="CatchAllData" ma:web="f511ac3d-fcca-4f87-be16-ba2eb39fe1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DA3AEE-6D19-489A-B772-5964FC40847B}">
  <ds:schemaRefs>
    <ds:schemaRef ds:uri="http://schemas.microsoft.com/office/2006/metadata/properties"/>
    <ds:schemaRef ds:uri="http://schemas.microsoft.com/office/infopath/2007/PartnerControls"/>
    <ds:schemaRef ds:uri="f511ac3d-fcca-4f87-be16-ba2eb39fe1e4"/>
    <ds:schemaRef ds:uri="d6d752df-eba8-48ef-b8b7-9845a3bc56e0"/>
  </ds:schemaRefs>
</ds:datastoreItem>
</file>

<file path=customXml/itemProps2.xml><?xml version="1.0" encoding="utf-8"?>
<ds:datastoreItem xmlns:ds="http://schemas.openxmlformats.org/officeDocument/2006/customXml" ds:itemID="{ED76670A-8A9D-42DE-9079-6ADF5A86B94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8D3CBF4-98B9-44AC-BA12-C43B44F1BF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6d752df-eba8-48ef-b8b7-9845a3bc56e0"/>
    <ds:schemaRef ds:uri="f511ac3d-fcca-4f87-be16-ba2eb39fe1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4260e20-234c-4c9f-a9dd-79286b1b70ac}" enabled="0" method="" siteId="{04260e20-234c-4c9f-a9dd-79286b1b70a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2308</Words>
  <Application>Microsoft Office PowerPoint</Application>
  <PresentationFormat>Widescreen</PresentationFormat>
  <Paragraphs>155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</vt:lpstr>
      <vt:lpstr>Charter Black</vt:lpstr>
      <vt:lpstr>Montserrat</vt:lpstr>
      <vt:lpstr>1_Tema de Office</vt:lpstr>
      <vt:lpstr>PowerPoint Presentation</vt:lpstr>
      <vt:lpstr>Fuente de datos</vt:lpstr>
      <vt:lpstr>Índice 1: similitud del coseno (palabras)</vt:lpstr>
      <vt:lpstr>Índice 2: índice de Jaccard (conjuntos de palabras)</vt:lpstr>
      <vt:lpstr>Índice 3: coseno semántico</vt:lpstr>
      <vt:lpstr>¿Cuántas comparaciones se necesitan?</vt:lpstr>
      <vt:lpstr>Propuesta: elegir algún índice o combinarlos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María Helena Lagos Cervera</dc:creator>
  <cp:lastModifiedBy>Daniel Felipe Rambaut Lemus</cp:lastModifiedBy>
  <cp:revision>18</cp:revision>
  <dcterms:created xsi:type="dcterms:W3CDTF">2025-04-24T15:48:27Z</dcterms:created>
  <dcterms:modified xsi:type="dcterms:W3CDTF">2026-10-16T18:50:25Z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0x010100A434BC64D7E4C74DB5432FC0BCAAC51B</vt:lpwstr>
  </property>
</Properties>
</file>